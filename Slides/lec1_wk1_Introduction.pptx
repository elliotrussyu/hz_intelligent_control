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8" r:id="rId2"/>
  </p:sldMasterIdLst>
  <p:notesMasterIdLst>
    <p:notesMasterId r:id="rId30"/>
  </p:notesMasterIdLst>
  <p:handoutMasterIdLst>
    <p:handoutMasterId r:id="rId31"/>
  </p:handoutMasterIdLst>
  <p:sldIdLst>
    <p:sldId id="280" r:id="rId3"/>
    <p:sldId id="324" r:id="rId4"/>
    <p:sldId id="279" r:id="rId5"/>
    <p:sldId id="318" r:id="rId6"/>
    <p:sldId id="339" r:id="rId7"/>
    <p:sldId id="317" r:id="rId8"/>
    <p:sldId id="319" r:id="rId9"/>
    <p:sldId id="320" r:id="rId10"/>
    <p:sldId id="321" r:id="rId11"/>
    <p:sldId id="322" r:id="rId12"/>
    <p:sldId id="323" r:id="rId13"/>
    <p:sldId id="326" r:id="rId14"/>
    <p:sldId id="325" r:id="rId15"/>
    <p:sldId id="327" r:id="rId16"/>
    <p:sldId id="328" r:id="rId17"/>
    <p:sldId id="333" r:id="rId18"/>
    <p:sldId id="329" r:id="rId19"/>
    <p:sldId id="330" r:id="rId20"/>
    <p:sldId id="334" r:id="rId21"/>
    <p:sldId id="331" r:id="rId22"/>
    <p:sldId id="335" r:id="rId23"/>
    <p:sldId id="332" r:id="rId24"/>
    <p:sldId id="336" r:id="rId25"/>
    <p:sldId id="337" r:id="rId26"/>
    <p:sldId id="338" r:id="rId27"/>
    <p:sldId id="281" r:id="rId28"/>
    <p:sldId id="282" r:id="rId29"/>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6298"/>
    <a:srgbClr val="00A4D4"/>
    <a:srgbClr val="00A3A6"/>
    <a:srgbClr val="007475"/>
    <a:srgbClr val="818080"/>
    <a:srgbClr val="202122"/>
    <a:srgbClr val="E2E2E2"/>
    <a:srgbClr val="212424"/>
    <a:srgbClr val="9C8475"/>
    <a:srgbClr val="2AB9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1854" autoAdjust="0"/>
  </p:normalViewPr>
  <p:slideViewPr>
    <p:cSldViewPr snapToGrid="0">
      <p:cViewPr varScale="1">
        <p:scale>
          <a:sx n="78" d="100"/>
          <a:sy n="78" d="100"/>
        </p:scale>
        <p:origin x="88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shu Yu" userId="c9f5ee9c-841a-4a0a-8b54-dd6159def21b" providerId="ADAL" clId="{E3F6F478-8FE7-466E-B0A3-3967FD519E04}"/>
    <pc:docChg chg="modSld">
      <pc:chgData name="Hanshu Yu" userId="c9f5ee9c-841a-4a0a-8b54-dd6159def21b" providerId="ADAL" clId="{E3F6F478-8FE7-466E-B0A3-3967FD519E04}" dt="2025-04-25T07:47:18.623" v="0" actId="164"/>
      <pc:docMkLst>
        <pc:docMk/>
      </pc:docMkLst>
      <pc:sldChg chg="addSp modSp">
        <pc:chgData name="Hanshu Yu" userId="c9f5ee9c-841a-4a0a-8b54-dd6159def21b" providerId="ADAL" clId="{E3F6F478-8FE7-466E-B0A3-3967FD519E04}" dt="2025-04-25T07:47:18.623" v="0" actId="164"/>
        <pc:sldMkLst>
          <pc:docMk/>
          <pc:sldMk cId="2177913753" sldId="277"/>
        </pc:sldMkLst>
        <pc:grpChg chg="add mod">
          <ac:chgData name="Hanshu Yu" userId="c9f5ee9c-841a-4a0a-8b54-dd6159def21b" providerId="ADAL" clId="{E3F6F478-8FE7-466E-B0A3-3967FD519E04}" dt="2025-04-25T07:47:18.623" v="0" actId="164"/>
          <ac:grpSpMkLst>
            <pc:docMk/>
            <pc:sldMk cId="2177913753" sldId="277"/>
            <ac:grpSpMk id="3" creationId="{4D6918F9-1D46-458A-96AC-70A94B0CBA3F}"/>
          </ac:grpSpMkLst>
        </pc:grpChg>
        <pc:picChg chg="mod">
          <ac:chgData name="Hanshu Yu" userId="c9f5ee9c-841a-4a0a-8b54-dd6159def21b" providerId="ADAL" clId="{E3F6F478-8FE7-466E-B0A3-3967FD519E04}" dt="2025-04-25T07:47:18.623" v="0" actId="164"/>
          <ac:picMkLst>
            <pc:docMk/>
            <pc:sldMk cId="2177913753" sldId="277"/>
            <ac:picMk id="6" creationId="{5926D4FB-61F1-4AA5-A08F-A7E368437AF0}"/>
          </ac:picMkLst>
        </pc:picChg>
        <pc:picChg chg="mod">
          <ac:chgData name="Hanshu Yu" userId="c9f5ee9c-841a-4a0a-8b54-dd6159def21b" providerId="ADAL" clId="{E3F6F478-8FE7-466E-B0A3-3967FD519E04}" dt="2025-04-25T07:47:18.623" v="0" actId="164"/>
          <ac:picMkLst>
            <pc:docMk/>
            <pc:sldMk cId="2177913753" sldId="277"/>
            <ac:picMk id="8" creationId="{C0A491F5-9BC0-4127-9FEF-127A6CD22E96}"/>
          </ac:picMkLst>
        </pc:picChg>
      </pc:sldChg>
    </pc:docChg>
  </pc:docChgLst>
  <pc:docChgLst>
    <pc:chgData name="Hanshu Yu" userId="c9f5ee9c-841a-4a0a-8b54-dd6159def21b" providerId="ADAL" clId="{26C74FD3-6D7E-470A-8078-D0231ECA9272}"/>
    <pc:docChg chg="undo custSel addSld delSld modSld sldOrd">
      <pc:chgData name="Hanshu Yu" userId="c9f5ee9c-841a-4a0a-8b54-dd6159def21b" providerId="ADAL" clId="{26C74FD3-6D7E-470A-8078-D0231ECA9272}" dt="2025-05-07T09:10:44.850" v="1563" actId="20577"/>
      <pc:docMkLst>
        <pc:docMk/>
      </pc:docMkLst>
      <pc:sldChg chg="modSp mod">
        <pc:chgData name="Hanshu Yu" userId="c9f5ee9c-841a-4a0a-8b54-dd6159def21b" providerId="ADAL" clId="{26C74FD3-6D7E-470A-8078-D0231ECA9272}" dt="2025-05-06T13:19:21.349" v="659" actId="207"/>
        <pc:sldMkLst>
          <pc:docMk/>
          <pc:sldMk cId="2159666353" sldId="279"/>
        </pc:sldMkLst>
        <pc:spChg chg="mod">
          <ac:chgData name="Hanshu Yu" userId="c9f5ee9c-841a-4a0a-8b54-dd6159def21b" providerId="ADAL" clId="{26C74FD3-6D7E-470A-8078-D0231ECA9272}" dt="2025-05-06T13:19:21.349" v="659" actId="207"/>
          <ac:spMkLst>
            <pc:docMk/>
            <pc:sldMk cId="2159666353" sldId="279"/>
            <ac:spMk id="9" creationId="{A3727DDD-B531-4062-8269-89962BAA87B7}"/>
          </ac:spMkLst>
        </pc:spChg>
      </pc:sldChg>
      <pc:sldChg chg="addSp modSp mod">
        <pc:chgData name="Hanshu Yu" userId="c9f5ee9c-841a-4a0a-8b54-dd6159def21b" providerId="ADAL" clId="{26C74FD3-6D7E-470A-8078-D0231ECA9272}" dt="2025-05-06T13:45:01.213" v="1049" actId="20577"/>
        <pc:sldMkLst>
          <pc:docMk/>
          <pc:sldMk cId="134165438" sldId="286"/>
        </pc:sldMkLst>
        <pc:spChg chg="add mod">
          <ac:chgData name="Hanshu Yu" userId="c9f5ee9c-841a-4a0a-8b54-dd6159def21b" providerId="ADAL" clId="{26C74FD3-6D7E-470A-8078-D0231ECA9272}" dt="2025-05-06T13:25:50.375" v="804" actId="14100"/>
          <ac:spMkLst>
            <pc:docMk/>
            <pc:sldMk cId="134165438" sldId="286"/>
            <ac:spMk id="5" creationId="{C9EE22C1-3211-4C68-B64A-0F27DB2F1184}"/>
          </ac:spMkLst>
        </pc:spChg>
        <pc:spChg chg="add mod">
          <ac:chgData name="Hanshu Yu" userId="c9f5ee9c-841a-4a0a-8b54-dd6159def21b" providerId="ADAL" clId="{26C74FD3-6D7E-470A-8078-D0231ECA9272}" dt="2025-05-06T13:25:46.620" v="802" actId="1076"/>
          <ac:spMkLst>
            <pc:docMk/>
            <pc:sldMk cId="134165438" sldId="286"/>
            <ac:spMk id="6" creationId="{439C0C70-5745-44E9-8501-1F3C605FCEFD}"/>
          </ac:spMkLst>
        </pc:spChg>
        <pc:spChg chg="mod">
          <ac:chgData name="Hanshu Yu" userId="c9f5ee9c-841a-4a0a-8b54-dd6159def21b" providerId="ADAL" clId="{26C74FD3-6D7E-470A-8078-D0231ECA9272}" dt="2025-05-06T13:45:01.213" v="1049" actId="20577"/>
          <ac:spMkLst>
            <pc:docMk/>
            <pc:sldMk cId="134165438" sldId="286"/>
            <ac:spMk id="9" creationId="{A3727DDD-B531-4062-8269-89962BAA87B7}"/>
          </ac:spMkLst>
        </pc:spChg>
      </pc:sldChg>
      <pc:sldChg chg="addSp delSp modSp mod">
        <pc:chgData name="Hanshu Yu" userId="c9f5ee9c-841a-4a0a-8b54-dd6159def21b" providerId="ADAL" clId="{26C74FD3-6D7E-470A-8078-D0231ECA9272}" dt="2025-05-06T13:49:00.277" v="1092" actId="14100"/>
        <pc:sldMkLst>
          <pc:docMk/>
          <pc:sldMk cId="3943862041" sldId="287"/>
        </pc:sldMkLst>
        <pc:spChg chg="mod">
          <ac:chgData name="Hanshu Yu" userId="c9f5ee9c-841a-4a0a-8b54-dd6159def21b" providerId="ADAL" clId="{26C74FD3-6D7E-470A-8078-D0231ECA9272}" dt="2025-05-06T13:48:30.140" v="1086" actId="6549"/>
          <ac:spMkLst>
            <pc:docMk/>
            <pc:sldMk cId="3943862041" sldId="287"/>
            <ac:spMk id="2" creationId="{018BEAEF-EBBE-482C-877E-2F5EF75E139E}"/>
          </ac:spMkLst>
        </pc:spChg>
        <pc:spChg chg="add del mod">
          <ac:chgData name="Hanshu Yu" userId="c9f5ee9c-841a-4a0a-8b54-dd6159def21b" providerId="ADAL" clId="{26C74FD3-6D7E-470A-8078-D0231ECA9272}" dt="2025-05-06T13:48:12.462" v="1081" actId="478"/>
          <ac:spMkLst>
            <pc:docMk/>
            <pc:sldMk cId="3943862041" sldId="287"/>
            <ac:spMk id="4" creationId="{68BDE4AA-ECB0-428F-AD3A-970F4AE952C6}"/>
          </ac:spMkLst>
        </pc:spChg>
        <pc:spChg chg="add del mod">
          <ac:chgData name="Hanshu Yu" userId="c9f5ee9c-841a-4a0a-8b54-dd6159def21b" providerId="ADAL" clId="{26C74FD3-6D7E-470A-8078-D0231ECA9272}" dt="2025-05-06T13:48:11.577" v="1080" actId="478"/>
          <ac:spMkLst>
            <pc:docMk/>
            <pc:sldMk cId="3943862041" sldId="287"/>
            <ac:spMk id="5" creationId="{929FFA83-8BC4-4D62-A827-ABD2BADF7866}"/>
          </ac:spMkLst>
        </pc:spChg>
        <pc:spChg chg="del">
          <ac:chgData name="Hanshu Yu" userId="c9f5ee9c-841a-4a0a-8b54-dd6159def21b" providerId="ADAL" clId="{26C74FD3-6D7E-470A-8078-D0231ECA9272}" dt="2025-05-06T13:26:43.839" v="820" actId="478"/>
          <ac:spMkLst>
            <pc:docMk/>
            <pc:sldMk cId="3943862041" sldId="287"/>
            <ac:spMk id="9" creationId="{A3727DDD-B531-4062-8269-89962BAA87B7}"/>
          </ac:spMkLst>
        </pc:spChg>
        <pc:picChg chg="add mod">
          <ac:chgData name="Hanshu Yu" userId="c9f5ee9c-841a-4a0a-8b54-dd6159def21b" providerId="ADAL" clId="{26C74FD3-6D7E-470A-8078-D0231ECA9272}" dt="2025-05-06T13:48:27.026" v="1085" actId="14100"/>
          <ac:picMkLst>
            <pc:docMk/>
            <pc:sldMk cId="3943862041" sldId="287"/>
            <ac:picMk id="6" creationId="{02CAC958-BF63-4A95-8E49-4022460A3B0D}"/>
          </ac:picMkLst>
        </pc:picChg>
        <pc:picChg chg="add mod">
          <ac:chgData name="Hanshu Yu" userId="c9f5ee9c-841a-4a0a-8b54-dd6159def21b" providerId="ADAL" clId="{26C74FD3-6D7E-470A-8078-D0231ECA9272}" dt="2025-05-06T13:49:00.277" v="1092" actId="14100"/>
          <ac:picMkLst>
            <pc:docMk/>
            <pc:sldMk cId="3943862041" sldId="287"/>
            <ac:picMk id="8" creationId="{50397971-3293-445C-AF35-72EEF3E3A43B}"/>
          </ac:picMkLst>
        </pc:picChg>
      </pc:sldChg>
      <pc:sldChg chg="addSp delSp modSp add del mod ord">
        <pc:chgData name="Hanshu Yu" userId="c9f5ee9c-841a-4a0a-8b54-dd6159def21b" providerId="ADAL" clId="{26C74FD3-6D7E-470A-8078-D0231ECA9272}" dt="2025-05-06T13:16:38.126" v="393" actId="47"/>
        <pc:sldMkLst>
          <pc:docMk/>
          <pc:sldMk cId="1276709632" sldId="288"/>
        </pc:sldMkLst>
        <pc:spChg chg="mod">
          <ac:chgData name="Hanshu Yu" userId="c9f5ee9c-841a-4a0a-8b54-dd6159def21b" providerId="ADAL" clId="{26C74FD3-6D7E-470A-8078-D0231ECA9272}" dt="2025-05-06T13:13:14.759" v="13" actId="20577"/>
          <ac:spMkLst>
            <pc:docMk/>
            <pc:sldMk cId="1276709632" sldId="288"/>
            <ac:spMk id="2" creationId="{018BEAEF-EBBE-482C-877E-2F5EF75E139E}"/>
          </ac:spMkLst>
        </pc:spChg>
        <pc:spChg chg="add del mod ord">
          <ac:chgData name="Hanshu Yu" userId="c9f5ee9c-841a-4a0a-8b54-dd6159def21b" providerId="ADAL" clId="{26C74FD3-6D7E-470A-8078-D0231ECA9272}" dt="2025-05-06T13:15:46.045" v="370" actId="478"/>
          <ac:spMkLst>
            <pc:docMk/>
            <pc:sldMk cId="1276709632" sldId="288"/>
            <ac:spMk id="3" creationId="{6390BF9F-B134-45EC-9812-8D2C11309558}"/>
          </ac:spMkLst>
        </pc:spChg>
        <pc:spChg chg="mod">
          <ac:chgData name="Hanshu Yu" userId="c9f5ee9c-841a-4a0a-8b54-dd6159def21b" providerId="ADAL" clId="{26C74FD3-6D7E-470A-8078-D0231ECA9272}" dt="2025-05-06T13:15:06.117" v="365" actId="20577"/>
          <ac:spMkLst>
            <pc:docMk/>
            <pc:sldMk cId="1276709632" sldId="288"/>
            <ac:spMk id="9" creationId="{A3727DDD-B531-4062-8269-89962BAA87B7}"/>
          </ac:spMkLst>
        </pc:spChg>
      </pc:sldChg>
      <pc:sldChg chg="addSp modSp add del mod">
        <pc:chgData name="Hanshu Yu" userId="c9f5ee9c-841a-4a0a-8b54-dd6159def21b" providerId="ADAL" clId="{26C74FD3-6D7E-470A-8078-D0231ECA9272}" dt="2025-05-06T13:16:37.228" v="392" actId="47"/>
        <pc:sldMkLst>
          <pc:docMk/>
          <pc:sldMk cId="713232862" sldId="289"/>
        </pc:sldMkLst>
        <pc:spChg chg="add mod">
          <ac:chgData name="Hanshu Yu" userId="c9f5ee9c-841a-4a0a-8b54-dd6159def21b" providerId="ADAL" clId="{26C74FD3-6D7E-470A-8078-D0231ECA9272}" dt="2025-05-06T13:16:15.791" v="387" actId="1076"/>
          <ac:spMkLst>
            <pc:docMk/>
            <pc:sldMk cId="713232862" sldId="289"/>
            <ac:spMk id="4" creationId="{B3ABBB26-E285-48B3-A0B7-34ADB700735B}"/>
          </ac:spMkLst>
        </pc:spChg>
      </pc:sldChg>
      <pc:sldChg chg="delSp modSp add mod">
        <pc:chgData name="Hanshu Yu" userId="c9f5ee9c-841a-4a0a-8b54-dd6159def21b" providerId="ADAL" clId="{26C74FD3-6D7E-470A-8078-D0231ECA9272}" dt="2025-05-06T13:16:53.823" v="397" actId="478"/>
        <pc:sldMkLst>
          <pc:docMk/>
          <pc:sldMk cId="3128326931" sldId="290"/>
        </pc:sldMkLst>
        <pc:spChg chg="del mod">
          <ac:chgData name="Hanshu Yu" userId="c9f5ee9c-841a-4a0a-8b54-dd6159def21b" providerId="ADAL" clId="{26C74FD3-6D7E-470A-8078-D0231ECA9272}" dt="2025-05-06T13:16:50.243" v="396" actId="478"/>
          <ac:spMkLst>
            <pc:docMk/>
            <pc:sldMk cId="3128326931" sldId="290"/>
            <ac:spMk id="3" creationId="{6390BF9F-B134-45EC-9812-8D2C11309558}"/>
          </ac:spMkLst>
        </pc:spChg>
        <pc:spChg chg="del mod">
          <ac:chgData name="Hanshu Yu" userId="c9f5ee9c-841a-4a0a-8b54-dd6159def21b" providerId="ADAL" clId="{26C74FD3-6D7E-470A-8078-D0231ECA9272}" dt="2025-05-06T13:16:53.823" v="397" actId="478"/>
          <ac:spMkLst>
            <pc:docMk/>
            <pc:sldMk cId="3128326931" sldId="290"/>
            <ac:spMk id="4" creationId="{B3ABBB26-E285-48B3-A0B7-34ADB700735B}"/>
          </ac:spMkLst>
        </pc:spChg>
        <pc:spChg chg="mod">
          <ac:chgData name="Hanshu Yu" userId="c9f5ee9c-841a-4a0a-8b54-dd6159def21b" providerId="ADAL" clId="{26C74FD3-6D7E-470A-8078-D0231ECA9272}" dt="2025-05-06T13:16:30.628" v="389" actId="1076"/>
          <ac:spMkLst>
            <pc:docMk/>
            <pc:sldMk cId="3128326931" sldId="290"/>
            <ac:spMk id="9" creationId="{A3727DDD-B531-4062-8269-89962BAA87B7}"/>
          </ac:spMkLst>
        </pc:spChg>
      </pc:sldChg>
      <pc:sldChg chg="add">
        <pc:chgData name="Hanshu Yu" userId="c9f5ee9c-841a-4a0a-8b54-dd6159def21b" providerId="ADAL" clId="{26C74FD3-6D7E-470A-8078-D0231ECA9272}" dt="2025-05-06T13:16:40.549" v="394"/>
        <pc:sldMkLst>
          <pc:docMk/>
          <pc:sldMk cId="3476392978" sldId="291"/>
        </pc:sldMkLst>
      </pc:sldChg>
      <pc:sldChg chg="modSp add mod">
        <pc:chgData name="Hanshu Yu" userId="c9f5ee9c-841a-4a0a-8b54-dd6159def21b" providerId="ADAL" clId="{26C74FD3-6D7E-470A-8078-D0231ECA9272}" dt="2025-05-06T13:19:03.855" v="657" actId="113"/>
        <pc:sldMkLst>
          <pc:docMk/>
          <pc:sldMk cId="3539903690" sldId="292"/>
        </pc:sldMkLst>
        <pc:spChg chg="mod">
          <ac:chgData name="Hanshu Yu" userId="c9f5ee9c-841a-4a0a-8b54-dd6159def21b" providerId="ADAL" clId="{26C74FD3-6D7E-470A-8078-D0231ECA9272}" dt="2025-05-06T13:18:47.160" v="621" actId="1076"/>
          <ac:spMkLst>
            <pc:docMk/>
            <pc:sldMk cId="3539903690" sldId="292"/>
            <ac:spMk id="4" creationId="{B3ABBB26-E285-48B3-A0B7-34ADB700735B}"/>
          </ac:spMkLst>
        </pc:spChg>
        <pc:spChg chg="mod">
          <ac:chgData name="Hanshu Yu" userId="c9f5ee9c-841a-4a0a-8b54-dd6159def21b" providerId="ADAL" clId="{26C74FD3-6D7E-470A-8078-D0231ECA9272}" dt="2025-05-06T13:19:03.855" v="657" actId="113"/>
          <ac:spMkLst>
            <pc:docMk/>
            <pc:sldMk cId="3539903690" sldId="292"/>
            <ac:spMk id="9" creationId="{A3727DDD-B531-4062-8269-89962BAA87B7}"/>
          </ac:spMkLst>
        </pc:spChg>
      </pc:sldChg>
      <pc:sldChg chg="addSp delSp modSp add mod ord">
        <pc:chgData name="Hanshu Yu" userId="c9f5ee9c-841a-4a0a-8b54-dd6159def21b" providerId="ADAL" clId="{26C74FD3-6D7E-470A-8078-D0231ECA9272}" dt="2025-05-06T13:39:44.904" v="980" actId="20577"/>
        <pc:sldMkLst>
          <pc:docMk/>
          <pc:sldMk cId="1974286014" sldId="293"/>
        </pc:sldMkLst>
        <pc:spChg chg="mod">
          <ac:chgData name="Hanshu Yu" userId="c9f5ee9c-841a-4a0a-8b54-dd6159def21b" providerId="ADAL" clId="{26C74FD3-6D7E-470A-8078-D0231ECA9272}" dt="2025-05-06T13:39:28.711" v="978" actId="20577"/>
          <ac:spMkLst>
            <pc:docMk/>
            <pc:sldMk cId="1974286014" sldId="293"/>
            <ac:spMk id="2" creationId="{018BEAEF-EBBE-482C-877E-2F5EF75E139E}"/>
          </ac:spMkLst>
        </pc:spChg>
        <pc:spChg chg="del">
          <ac:chgData name="Hanshu Yu" userId="c9f5ee9c-841a-4a0a-8b54-dd6159def21b" providerId="ADAL" clId="{26C74FD3-6D7E-470A-8078-D0231ECA9272}" dt="2025-05-06T13:38:17.456" v="905" actId="478"/>
          <ac:spMkLst>
            <pc:docMk/>
            <pc:sldMk cId="1974286014" sldId="293"/>
            <ac:spMk id="5" creationId="{C9EE22C1-3211-4C68-B64A-0F27DB2F1184}"/>
          </ac:spMkLst>
        </pc:spChg>
        <pc:spChg chg="del">
          <ac:chgData name="Hanshu Yu" userId="c9f5ee9c-841a-4a0a-8b54-dd6159def21b" providerId="ADAL" clId="{26C74FD3-6D7E-470A-8078-D0231ECA9272}" dt="2025-05-06T13:38:16.424" v="904" actId="478"/>
          <ac:spMkLst>
            <pc:docMk/>
            <pc:sldMk cId="1974286014" sldId="293"/>
            <ac:spMk id="6" creationId="{439C0C70-5745-44E9-8501-1F3C605FCEFD}"/>
          </ac:spMkLst>
        </pc:spChg>
        <pc:spChg chg="add mod">
          <ac:chgData name="Hanshu Yu" userId="c9f5ee9c-841a-4a0a-8b54-dd6159def21b" providerId="ADAL" clId="{26C74FD3-6D7E-470A-8078-D0231ECA9272}" dt="2025-05-06T13:39:44.904" v="980" actId="20577"/>
          <ac:spMkLst>
            <pc:docMk/>
            <pc:sldMk cId="1974286014" sldId="293"/>
            <ac:spMk id="7" creationId="{942AC1D0-8C30-41D5-9480-A0BA08276D5A}"/>
          </ac:spMkLst>
        </pc:spChg>
        <pc:spChg chg="add mod">
          <ac:chgData name="Hanshu Yu" userId="c9f5ee9c-841a-4a0a-8b54-dd6159def21b" providerId="ADAL" clId="{26C74FD3-6D7E-470A-8078-D0231ECA9272}" dt="2025-05-06T13:39:40.493" v="979" actId="1076"/>
          <ac:spMkLst>
            <pc:docMk/>
            <pc:sldMk cId="1974286014" sldId="293"/>
            <ac:spMk id="8" creationId="{26517D52-704D-41A4-B4FD-0817FAECB551}"/>
          </ac:spMkLst>
        </pc:spChg>
        <pc:spChg chg="del">
          <ac:chgData name="Hanshu Yu" userId="c9f5ee9c-841a-4a0a-8b54-dd6159def21b" providerId="ADAL" clId="{26C74FD3-6D7E-470A-8078-D0231ECA9272}" dt="2025-05-06T13:38:22.255" v="906" actId="478"/>
          <ac:spMkLst>
            <pc:docMk/>
            <pc:sldMk cId="1974286014" sldId="293"/>
            <ac:spMk id="9" creationId="{A3727DDD-B531-4062-8269-89962BAA87B7}"/>
          </ac:spMkLst>
        </pc:spChg>
        <pc:spChg chg="add mod">
          <ac:chgData name="Hanshu Yu" userId="c9f5ee9c-841a-4a0a-8b54-dd6159def21b" providerId="ADAL" clId="{26C74FD3-6D7E-470A-8078-D0231ECA9272}" dt="2025-05-06T13:39:40.493" v="979" actId="1076"/>
          <ac:spMkLst>
            <pc:docMk/>
            <pc:sldMk cId="1974286014" sldId="293"/>
            <ac:spMk id="10" creationId="{38064E01-2ED4-4F78-9670-242947707647}"/>
          </ac:spMkLst>
        </pc:spChg>
        <pc:spChg chg="add mod">
          <ac:chgData name="Hanshu Yu" userId="c9f5ee9c-841a-4a0a-8b54-dd6159def21b" providerId="ADAL" clId="{26C74FD3-6D7E-470A-8078-D0231ECA9272}" dt="2025-05-06T13:39:40.493" v="979" actId="1076"/>
          <ac:spMkLst>
            <pc:docMk/>
            <pc:sldMk cId="1974286014" sldId="293"/>
            <ac:spMk id="11" creationId="{E66AD490-6721-4863-9C6C-839AD8BAEE79}"/>
          </ac:spMkLst>
        </pc:spChg>
        <pc:spChg chg="add mod">
          <ac:chgData name="Hanshu Yu" userId="c9f5ee9c-841a-4a0a-8b54-dd6159def21b" providerId="ADAL" clId="{26C74FD3-6D7E-470A-8078-D0231ECA9272}" dt="2025-05-06T13:39:40.493" v="979" actId="1076"/>
          <ac:spMkLst>
            <pc:docMk/>
            <pc:sldMk cId="1974286014" sldId="293"/>
            <ac:spMk id="12" creationId="{4913EC08-59C5-4C8E-B943-C6854866C416}"/>
          </ac:spMkLst>
        </pc:spChg>
      </pc:sldChg>
      <pc:sldChg chg="addSp modSp add mod">
        <pc:chgData name="Hanshu Yu" userId="c9f5ee9c-841a-4a0a-8b54-dd6159def21b" providerId="ADAL" clId="{26C74FD3-6D7E-470A-8078-D0231ECA9272}" dt="2025-05-06T13:45:07.420" v="1050" actId="1076"/>
        <pc:sldMkLst>
          <pc:docMk/>
          <pc:sldMk cId="1512843767" sldId="294"/>
        </pc:sldMkLst>
        <pc:spChg chg="add mod">
          <ac:chgData name="Hanshu Yu" userId="c9f5ee9c-841a-4a0a-8b54-dd6159def21b" providerId="ADAL" clId="{26C74FD3-6D7E-470A-8078-D0231ECA9272}" dt="2025-05-06T13:45:07.420" v="1050" actId="1076"/>
          <ac:spMkLst>
            <pc:docMk/>
            <pc:sldMk cId="1512843767" sldId="294"/>
            <ac:spMk id="3" creationId="{6C78605B-A22F-4535-B12C-6A7742759EDD}"/>
          </ac:spMkLst>
        </pc:spChg>
        <pc:spChg chg="mod">
          <ac:chgData name="Hanshu Yu" userId="c9f5ee9c-841a-4a0a-8b54-dd6159def21b" providerId="ADAL" clId="{26C74FD3-6D7E-470A-8078-D0231ECA9272}" dt="2025-05-06T13:44:57.833" v="1048" actId="20577"/>
          <ac:spMkLst>
            <pc:docMk/>
            <pc:sldMk cId="1512843767" sldId="294"/>
            <ac:spMk id="9" creationId="{A3727DDD-B531-4062-8269-89962BAA87B7}"/>
          </ac:spMkLst>
        </pc:spChg>
      </pc:sldChg>
      <pc:sldChg chg="add">
        <pc:chgData name="Hanshu Yu" userId="c9f5ee9c-841a-4a0a-8b54-dd6159def21b" providerId="ADAL" clId="{26C74FD3-6D7E-470A-8078-D0231ECA9272}" dt="2025-05-06T13:45:17.589" v="1051"/>
        <pc:sldMkLst>
          <pc:docMk/>
          <pc:sldMk cId="2650869479" sldId="295"/>
        </pc:sldMkLst>
      </pc:sldChg>
      <pc:sldChg chg="addSp delSp modSp add mod">
        <pc:chgData name="Hanshu Yu" userId="c9f5ee9c-841a-4a0a-8b54-dd6159def21b" providerId="ADAL" clId="{26C74FD3-6D7E-470A-8078-D0231ECA9272}" dt="2025-05-07T09:10:44.850" v="1563" actId="20577"/>
        <pc:sldMkLst>
          <pc:docMk/>
          <pc:sldMk cId="2050873385" sldId="296"/>
        </pc:sldMkLst>
        <pc:spChg chg="add mod">
          <ac:chgData name="Hanshu Yu" userId="c9f5ee9c-841a-4a0a-8b54-dd6159def21b" providerId="ADAL" clId="{26C74FD3-6D7E-470A-8078-D0231ECA9272}" dt="2025-05-07T09:10:44.850" v="1563" actId="20577"/>
          <ac:spMkLst>
            <pc:docMk/>
            <pc:sldMk cId="2050873385" sldId="296"/>
            <ac:spMk id="5" creationId="{A4C214F1-D6F7-4F39-9D0D-BBF1FDC67739}"/>
          </ac:spMkLst>
        </pc:spChg>
        <pc:picChg chg="del">
          <ac:chgData name="Hanshu Yu" userId="c9f5ee9c-841a-4a0a-8b54-dd6159def21b" providerId="ADAL" clId="{26C74FD3-6D7E-470A-8078-D0231ECA9272}" dt="2025-05-06T13:50:39.412" v="1094" actId="478"/>
          <ac:picMkLst>
            <pc:docMk/>
            <pc:sldMk cId="2050873385" sldId="296"/>
            <ac:picMk id="6" creationId="{02CAC958-BF63-4A95-8E49-4022460A3B0D}"/>
          </ac:picMkLst>
        </pc:picChg>
        <pc:picChg chg="del">
          <ac:chgData name="Hanshu Yu" userId="c9f5ee9c-841a-4a0a-8b54-dd6159def21b" providerId="ADAL" clId="{26C74FD3-6D7E-470A-8078-D0231ECA9272}" dt="2025-05-06T13:50:39.987" v="1095" actId="478"/>
          <ac:picMkLst>
            <pc:docMk/>
            <pc:sldMk cId="2050873385" sldId="296"/>
            <ac:picMk id="8" creationId="{50397971-3293-445C-AF35-72EEF3E3A43B}"/>
          </ac:picMkLst>
        </pc:picChg>
      </pc:sldChg>
      <pc:sldChg chg="new del">
        <pc:chgData name="Hanshu Yu" userId="c9f5ee9c-841a-4a0a-8b54-dd6159def21b" providerId="ADAL" clId="{26C74FD3-6D7E-470A-8078-D0231ECA9272}" dt="2025-05-06T13:50:52.874" v="1097" actId="680"/>
        <pc:sldMkLst>
          <pc:docMk/>
          <pc:sldMk cId="3009766337" sldId="297"/>
        </pc:sldMkLst>
      </pc:sldChg>
    </pc:docChg>
  </pc:docChgLst>
  <pc:docChgLst>
    <pc:chgData name="Hanshu Yu" userId="c9f5ee9c-841a-4a0a-8b54-dd6159def21b" providerId="ADAL" clId="{0DC64CCE-959A-4E2F-9AE4-2FFE8FB242B8}"/>
    <pc:docChg chg="custSel modSld">
      <pc:chgData name="Hanshu Yu" userId="c9f5ee9c-841a-4a0a-8b54-dd6159def21b" providerId="ADAL" clId="{0DC64CCE-959A-4E2F-9AE4-2FFE8FB242B8}" dt="2025-07-06T10:12:10.197" v="127" actId="20577"/>
      <pc:docMkLst>
        <pc:docMk/>
      </pc:docMkLst>
      <pc:sldChg chg="modSp mod">
        <pc:chgData name="Hanshu Yu" userId="c9f5ee9c-841a-4a0a-8b54-dd6159def21b" providerId="ADAL" clId="{0DC64CCE-959A-4E2F-9AE4-2FFE8FB242B8}" dt="2025-07-06T10:09:06.549" v="82" actId="114"/>
        <pc:sldMkLst>
          <pc:docMk/>
          <pc:sldMk cId="1788395601" sldId="306"/>
        </pc:sldMkLst>
        <pc:spChg chg="mod">
          <ac:chgData name="Hanshu Yu" userId="c9f5ee9c-841a-4a0a-8b54-dd6159def21b" providerId="ADAL" clId="{0DC64CCE-959A-4E2F-9AE4-2FFE8FB242B8}" dt="2025-07-06T10:09:06.549" v="82" actId="114"/>
          <ac:spMkLst>
            <pc:docMk/>
            <pc:sldMk cId="1788395601" sldId="306"/>
            <ac:spMk id="9" creationId="{A3727DDD-B531-4062-8269-89962BAA87B7}"/>
          </ac:spMkLst>
        </pc:spChg>
      </pc:sldChg>
      <pc:sldChg chg="modSp">
        <pc:chgData name="Hanshu Yu" userId="c9f5ee9c-841a-4a0a-8b54-dd6159def21b" providerId="ADAL" clId="{0DC64CCE-959A-4E2F-9AE4-2FFE8FB242B8}" dt="2025-07-06T10:10:11.127" v="100" actId="20577"/>
        <pc:sldMkLst>
          <pc:docMk/>
          <pc:sldMk cId="1217363537" sldId="312"/>
        </pc:sldMkLst>
        <pc:spChg chg="mod">
          <ac:chgData name="Hanshu Yu" userId="c9f5ee9c-841a-4a0a-8b54-dd6159def21b" providerId="ADAL" clId="{0DC64CCE-959A-4E2F-9AE4-2FFE8FB242B8}" dt="2025-07-06T10:10:11.127" v="100" actId="20577"/>
          <ac:spMkLst>
            <pc:docMk/>
            <pc:sldMk cId="1217363537" sldId="312"/>
            <ac:spMk id="9" creationId="{A3727DDD-B531-4062-8269-89962BAA87B7}"/>
          </ac:spMkLst>
        </pc:spChg>
      </pc:sldChg>
      <pc:sldChg chg="modSp mod">
        <pc:chgData name="Hanshu Yu" userId="c9f5ee9c-841a-4a0a-8b54-dd6159def21b" providerId="ADAL" clId="{0DC64CCE-959A-4E2F-9AE4-2FFE8FB242B8}" dt="2025-07-06T10:11:23.807" v="123" actId="403"/>
        <pc:sldMkLst>
          <pc:docMk/>
          <pc:sldMk cId="528750168" sldId="314"/>
        </pc:sldMkLst>
        <pc:spChg chg="mod">
          <ac:chgData name="Hanshu Yu" userId="c9f5ee9c-841a-4a0a-8b54-dd6159def21b" providerId="ADAL" clId="{0DC64CCE-959A-4E2F-9AE4-2FFE8FB242B8}" dt="2025-07-06T10:11:23.807" v="123" actId="403"/>
          <ac:spMkLst>
            <pc:docMk/>
            <pc:sldMk cId="528750168" sldId="314"/>
            <ac:spMk id="9" creationId="{A3727DDD-B531-4062-8269-89962BAA87B7}"/>
          </ac:spMkLst>
        </pc:spChg>
      </pc:sldChg>
      <pc:sldChg chg="modSp mod">
        <pc:chgData name="Hanshu Yu" userId="c9f5ee9c-841a-4a0a-8b54-dd6159def21b" providerId="ADAL" clId="{0DC64CCE-959A-4E2F-9AE4-2FFE8FB242B8}" dt="2025-07-06T10:12:10.197" v="127" actId="20577"/>
        <pc:sldMkLst>
          <pc:docMk/>
          <pc:sldMk cId="4030481586" sldId="315"/>
        </pc:sldMkLst>
        <pc:spChg chg="mod">
          <ac:chgData name="Hanshu Yu" userId="c9f5ee9c-841a-4a0a-8b54-dd6159def21b" providerId="ADAL" clId="{0DC64CCE-959A-4E2F-9AE4-2FFE8FB242B8}" dt="2025-07-06T10:12:10.197" v="127" actId="20577"/>
          <ac:spMkLst>
            <pc:docMk/>
            <pc:sldMk cId="4030481586" sldId="315"/>
            <ac:spMk id="9" creationId="{A3727DDD-B531-4062-8269-89962BAA87B7}"/>
          </ac:spMkLst>
        </pc:spChg>
      </pc:sldChg>
    </pc:docChg>
  </pc:docChgLst>
  <pc:docChgLst>
    <pc:chgData name="Hanshu Yu" userId="c9f5ee9c-841a-4a0a-8b54-dd6159def21b" providerId="ADAL" clId="{B9A09BB5-B1DC-4C60-8177-01E736567C7E}"/>
    <pc:docChg chg="addSld delSld modSld sldOrd">
      <pc:chgData name="Hanshu Yu" userId="c9f5ee9c-841a-4a0a-8b54-dd6159def21b" providerId="ADAL" clId="{B9A09BB5-B1DC-4C60-8177-01E736567C7E}" dt="2025-05-04T11:43:12.981" v="45" actId="20577"/>
      <pc:docMkLst>
        <pc:docMk/>
      </pc:docMkLst>
      <pc:sldChg chg="del">
        <pc:chgData name="Hanshu Yu" userId="c9f5ee9c-841a-4a0a-8b54-dd6159def21b" providerId="ADAL" clId="{B9A09BB5-B1DC-4C60-8177-01E736567C7E}" dt="2025-05-04T11:31:42.029" v="3" actId="47"/>
        <pc:sldMkLst>
          <pc:docMk/>
          <pc:sldMk cId="120997578" sldId="260"/>
        </pc:sldMkLst>
      </pc:sldChg>
      <pc:sldChg chg="del">
        <pc:chgData name="Hanshu Yu" userId="c9f5ee9c-841a-4a0a-8b54-dd6159def21b" providerId="ADAL" clId="{B9A09BB5-B1DC-4C60-8177-01E736567C7E}" dt="2025-05-04T11:31:42.550" v="4" actId="47"/>
        <pc:sldMkLst>
          <pc:docMk/>
          <pc:sldMk cId="1503776751" sldId="261"/>
        </pc:sldMkLst>
      </pc:sldChg>
      <pc:sldChg chg="del">
        <pc:chgData name="Hanshu Yu" userId="c9f5ee9c-841a-4a0a-8b54-dd6159def21b" providerId="ADAL" clId="{B9A09BB5-B1DC-4C60-8177-01E736567C7E}" dt="2025-05-04T11:31:42.870" v="5" actId="47"/>
        <pc:sldMkLst>
          <pc:docMk/>
          <pc:sldMk cId="3890821813" sldId="262"/>
        </pc:sldMkLst>
      </pc:sldChg>
      <pc:sldChg chg="del">
        <pc:chgData name="Hanshu Yu" userId="c9f5ee9c-841a-4a0a-8b54-dd6159def21b" providerId="ADAL" clId="{B9A09BB5-B1DC-4C60-8177-01E736567C7E}" dt="2025-05-04T11:31:43.149" v="6" actId="47"/>
        <pc:sldMkLst>
          <pc:docMk/>
          <pc:sldMk cId="3295161320" sldId="263"/>
        </pc:sldMkLst>
      </pc:sldChg>
      <pc:sldChg chg="del">
        <pc:chgData name="Hanshu Yu" userId="c9f5ee9c-841a-4a0a-8b54-dd6159def21b" providerId="ADAL" clId="{B9A09BB5-B1DC-4C60-8177-01E736567C7E}" dt="2025-05-04T11:31:43.384" v="7" actId="47"/>
        <pc:sldMkLst>
          <pc:docMk/>
          <pc:sldMk cId="3062980127" sldId="264"/>
        </pc:sldMkLst>
      </pc:sldChg>
      <pc:sldChg chg="del">
        <pc:chgData name="Hanshu Yu" userId="c9f5ee9c-841a-4a0a-8b54-dd6159def21b" providerId="ADAL" clId="{B9A09BB5-B1DC-4C60-8177-01E736567C7E}" dt="2025-05-04T11:31:44.431" v="11" actId="47"/>
        <pc:sldMkLst>
          <pc:docMk/>
          <pc:sldMk cId="2913782640" sldId="265"/>
        </pc:sldMkLst>
      </pc:sldChg>
      <pc:sldChg chg="del">
        <pc:chgData name="Hanshu Yu" userId="c9f5ee9c-841a-4a0a-8b54-dd6159def21b" providerId="ADAL" clId="{B9A09BB5-B1DC-4C60-8177-01E736567C7E}" dt="2025-05-04T11:31:44.911" v="13" actId="47"/>
        <pc:sldMkLst>
          <pc:docMk/>
          <pc:sldMk cId="300778893" sldId="266"/>
        </pc:sldMkLst>
      </pc:sldChg>
      <pc:sldChg chg="del">
        <pc:chgData name="Hanshu Yu" userId="c9f5ee9c-841a-4a0a-8b54-dd6159def21b" providerId="ADAL" clId="{B9A09BB5-B1DC-4C60-8177-01E736567C7E}" dt="2025-05-04T11:31:47.617" v="19" actId="47"/>
        <pc:sldMkLst>
          <pc:docMk/>
          <pc:sldMk cId="812357066" sldId="267"/>
        </pc:sldMkLst>
      </pc:sldChg>
      <pc:sldChg chg="del">
        <pc:chgData name="Hanshu Yu" userId="c9f5ee9c-841a-4a0a-8b54-dd6159def21b" providerId="ADAL" clId="{B9A09BB5-B1DC-4C60-8177-01E736567C7E}" dt="2025-05-04T11:31:46.351" v="17" actId="47"/>
        <pc:sldMkLst>
          <pc:docMk/>
          <pc:sldMk cId="562864003" sldId="268"/>
        </pc:sldMkLst>
      </pc:sldChg>
      <pc:sldChg chg="del">
        <pc:chgData name="Hanshu Yu" userId="c9f5ee9c-841a-4a0a-8b54-dd6159def21b" providerId="ADAL" clId="{B9A09BB5-B1DC-4C60-8177-01E736567C7E}" dt="2025-05-04T11:31:43.932" v="9" actId="47"/>
        <pc:sldMkLst>
          <pc:docMk/>
          <pc:sldMk cId="3161069278" sldId="269"/>
        </pc:sldMkLst>
      </pc:sldChg>
      <pc:sldChg chg="del">
        <pc:chgData name="Hanshu Yu" userId="c9f5ee9c-841a-4a0a-8b54-dd6159def21b" providerId="ADAL" clId="{B9A09BB5-B1DC-4C60-8177-01E736567C7E}" dt="2025-05-04T11:31:44.171" v="10" actId="47"/>
        <pc:sldMkLst>
          <pc:docMk/>
          <pc:sldMk cId="1301857394" sldId="270"/>
        </pc:sldMkLst>
      </pc:sldChg>
      <pc:sldChg chg="del">
        <pc:chgData name="Hanshu Yu" userId="c9f5ee9c-841a-4a0a-8b54-dd6159def21b" providerId="ADAL" clId="{B9A09BB5-B1DC-4C60-8177-01E736567C7E}" dt="2025-05-04T11:31:43.688" v="8" actId="47"/>
        <pc:sldMkLst>
          <pc:docMk/>
          <pc:sldMk cId="3773880675" sldId="271"/>
        </pc:sldMkLst>
      </pc:sldChg>
      <pc:sldChg chg="del">
        <pc:chgData name="Hanshu Yu" userId="c9f5ee9c-841a-4a0a-8b54-dd6159def21b" providerId="ADAL" clId="{B9A09BB5-B1DC-4C60-8177-01E736567C7E}" dt="2025-05-04T11:31:46.975" v="18" actId="47"/>
        <pc:sldMkLst>
          <pc:docMk/>
          <pc:sldMk cId="3133026009" sldId="272"/>
        </pc:sldMkLst>
      </pc:sldChg>
      <pc:sldChg chg="del">
        <pc:chgData name="Hanshu Yu" userId="c9f5ee9c-841a-4a0a-8b54-dd6159def21b" providerId="ADAL" clId="{B9A09BB5-B1DC-4C60-8177-01E736567C7E}" dt="2025-05-04T11:31:48.496" v="20" actId="47"/>
        <pc:sldMkLst>
          <pc:docMk/>
          <pc:sldMk cId="660756621" sldId="274"/>
        </pc:sldMkLst>
      </pc:sldChg>
      <pc:sldChg chg="del">
        <pc:chgData name="Hanshu Yu" userId="c9f5ee9c-841a-4a0a-8b54-dd6159def21b" providerId="ADAL" clId="{B9A09BB5-B1DC-4C60-8177-01E736567C7E}" dt="2025-05-04T11:31:44.669" v="12" actId="47"/>
        <pc:sldMkLst>
          <pc:docMk/>
          <pc:sldMk cId="597706641" sldId="275"/>
        </pc:sldMkLst>
      </pc:sldChg>
      <pc:sldChg chg="del">
        <pc:chgData name="Hanshu Yu" userId="c9f5ee9c-841a-4a0a-8b54-dd6159def21b" providerId="ADAL" clId="{B9A09BB5-B1DC-4C60-8177-01E736567C7E}" dt="2025-05-04T11:31:45.091" v="14" actId="47"/>
        <pc:sldMkLst>
          <pc:docMk/>
          <pc:sldMk cId="3516774557" sldId="276"/>
        </pc:sldMkLst>
      </pc:sldChg>
      <pc:sldChg chg="del">
        <pc:chgData name="Hanshu Yu" userId="c9f5ee9c-841a-4a0a-8b54-dd6159def21b" providerId="ADAL" clId="{B9A09BB5-B1DC-4C60-8177-01E736567C7E}" dt="2025-05-04T11:31:45.961" v="16" actId="47"/>
        <pc:sldMkLst>
          <pc:docMk/>
          <pc:sldMk cId="2177913753" sldId="277"/>
        </pc:sldMkLst>
      </pc:sldChg>
      <pc:sldChg chg="del">
        <pc:chgData name="Hanshu Yu" userId="c9f5ee9c-841a-4a0a-8b54-dd6159def21b" providerId="ADAL" clId="{B9A09BB5-B1DC-4C60-8177-01E736567C7E}" dt="2025-05-04T11:31:45.434" v="15" actId="47"/>
        <pc:sldMkLst>
          <pc:docMk/>
          <pc:sldMk cId="3371109070" sldId="278"/>
        </pc:sldMkLst>
      </pc:sldChg>
      <pc:sldChg chg="modSp mod">
        <pc:chgData name="Hanshu Yu" userId="c9f5ee9c-841a-4a0a-8b54-dd6159def21b" providerId="ADAL" clId="{B9A09BB5-B1DC-4C60-8177-01E736567C7E}" dt="2025-05-04T11:43:12.981" v="45" actId="20577"/>
        <pc:sldMkLst>
          <pc:docMk/>
          <pc:sldMk cId="2159666353" sldId="279"/>
        </pc:sldMkLst>
        <pc:spChg chg="mod">
          <ac:chgData name="Hanshu Yu" userId="c9f5ee9c-841a-4a0a-8b54-dd6159def21b" providerId="ADAL" clId="{B9A09BB5-B1DC-4C60-8177-01E736567C7E}" dt="2025-05-04T11:43:12.981" v="45" actId="20577"/>
          <ac:spMkLst>
            <pc:docMk/>
            <pc:sldMk cId="2159666353" sldId="279"/>
            <ac:spMk id="2" creationId="{018BEAEF-EBBE-482C-877E-2F5EF75E139E}"/>
          </ac:spMkLst>
        </pc:spChg>
      </pc:sldChg>
      <pc:sldChg chg="new ord">
        <pc:chgData name="Hanshu Yu" userId="c9f5ee9c-841a-4a0a-8b54-dd6159def21b" providerId="ADAL" clId="{B9A09BB5-B1DC-4C60-8177-01E736567C7E}" dt="2025-05-04T11:21:47.139" v="2"/>
        <pc:sldMkLst>
          <pc:docMk/>
          <pc:sldMk cId="1506452996" sldId="280"/>
        </pc:sldMkLst>
      </pc:sldChg>
      <pc:sldChg chg="new">
        <pc:chgData name="Hanshu Yu" userId="c9f5ee9c-841a-4a0a-8b54-dd6159def21b" providerId="ADAL" clId="{B9A09BB5-B1DC-4C60-8177-01E736567C7E}" dt="2025-05-04T11:31:58.300" v="21" actId="680"/>
        <pc:sldMkLst>
          <pc:docMk/>
          <pc:sldMk cId="2635069410" sldId="281"/>
        </pc:sldMkLst>
      </pc:sldChg>
      <pc:sldChg chg="new">
        <pc:chgData name="Hanshu Yu" userId="c9f5ee9c-841a-4a0a-8b54-dd6159def21b" providerId="ADAL" clId="{B9A09BB5-B1DC-4C60-8177-01E736567C7E}" dt="2025-05-04T11:32:03.300" v="22" actId="680"/>
        <pc:sldMkLst>
          <pc:docMk/>
          <pc:sldMk cId="2217126975" sldId="282"/>
        </pc:sldMkLst>
      </pc:sldChg>
    </pc:docChg>
  </pc:docChgLst>
  <pc:docChgLst>
    <pc:chgData name="Hanshu Yu" userId="c9f5ee9c-841a-4a0a-8b54-dd6159def21b" providerId="ADAL" clId="{37589638-4DC1-4E80-BEFF-2F8B094B4743}"/>
    <pc:docChg chg="undo redo custSel addSld delSld modSld sldOrd">
      <pc:chgData name="Hanshu Yu" userId="c9f5ee9c-841a-4a0a-8b54-dd6159def21b" providerId="ADAL" clId="{37589638-4DC1-4E80-BEFF-2F8B094B4743}" dt="2025-07-06T08:17:07.544" v="3222" actId="20577"/>
      <pc:docMkLst>
        <pc:docMk/>
      </pc:docMkLst>
      <pc:sldChg chg="addSp delSp modSp mod">
        <pc:chgData name="Hanshu Yu" userId="c9f5ee9c-841a-4a0a-8b54-dd6159def21b" providerId="ADAL" clId="{37589638-4DC1-4E80-BEFF-2F8B094B4743}" dt="2025-07-06T06:30:09.928" v="62" actId="208"/>
        <pc:sldMkLst>
          <pc:docMk/>
          <pc:sldMk cId="2159666353" sldId="279"/>
        </pc:sldMkLst>
        <pc:spChg chg="add mod">
          <ac:chgData name="Hanshu Yu" userId="c9f5ee9c-841a-4a0a-8b54-dd6159def21b" providerId="ADAL" clId="{37589638-4DC1-4E80-BEFF-2F8B094B4743}" dt="2025-07-06T06:30:09.928" v="62" actId="208"/>
          <ac:spMkLst>
            <pc:docMk/>
            <pc:sldMk cId="2159666353" sldId="279"/>
            <ac:spMk id="5" creationId="{6DEEEB9B-B219-470D-B3DD-4260E1286E9A}"/>
          </ac:spMkLst>
        </pc:spChg>
        <pc:spChg chg="mod">
          <ac:chgData name="Hanshu Yu" userId="c9f5ee9c-841a-4a0a-8b54-dd6159def21b" providerId="ADAL" clId="{37589638-4DC1-4E80-BEFF-2F8B094B4743}" dt="2025-07-06T06:29:43.215" v="56" actId="1076"/>
          <ac:spMkLst>
            <pc:docMk/>
            <pc:sldMk cId="2159666353" sldId="279"/>
            <ac:spMk id="9" creationId="{A3727DDD-B531-4062-8269-89962BAA87B7}"/>
          </ac:spMkLst>
        </pc:spChg>
        <pc:picChg chg="add mod">
          <ac:chgData name="Hanshu Yu" userId="c9f5ee9c-841a-4a0a-8b54-dd6159def21b" providerId="ADAL" clId="{37589638-4DC1-4E80-BEFF-2F8B094B4743}" dt="2025-07-06T06:29:48.714" v="58" actId="14100"/>
          <ac:picMkLst>
            <pc:docMk/>
            <pc:sldMk cId="2159666353" sldId="279"/>
            <ac:picMk id="4" creationId="{02F2341E-0164-463A-BDF1-6B2921B6748E}"/>
          </ac:picMkLst>
        </pc:picChg>
        <pc:picChg chg="del">
          <ac:chgData name="Hanshu Yu" userId="c9f5ee9c-841a-4a0a-8b54-dd6159def21b" providerId="ADAL" clId="{37589638-4DC1-4E80-BEFF-2F8B094B4743}" dt="2025-07-06T06:29:32.621" v="51" actId="478"/>
          <ac:picMkLst>
            <pc:docMk/>
            <pc:sldMk cId="2159666353" sldId="279"/>
            <ac:picMk id="8" creationId="{EE0E7F1F-78C7-4C2E-8937-B8700053C496}"/>
          </ac:picMkLst>
        </pc:picChg>
      </pc:sldChg>
      <pc:sldChg chg="modSp mod">
        <pc:chgData name="Hanshu Yu" userId="c9f5ee9c-841a-4a0a-8b54-dd6159def21b" providerId="ADAL" clId="{37589638-4DC1-4E80-BEFF-2F8B094B4743}" dt="2025-07-06T06:45:02.450" v="536" actId="20577"/>
        <pc:sldMkLst>
          <pc:docMk/>
          <pc:sldMk cId="1506452996" sldId="280"/>
        </pc:sldMkLst>
        <pc:spChg chg="mod">
          <ac:chgData name="Hanshu Yu" userId="c9f5ee9c-841a-4a0a-8b54-dd6159def21b" providerId="ADAL" clId="{37589638-4DC1-4E80-BEFF-2F8B094B4743}" dt="2025-07-06T06:27:32.809" v="35" actId="20577"/>
          <ac:spMkLst>
            <pc:docMk/>
            <pc:sldMk cId="1506452996" sldId="280"/>
            <ac:spMk id="2" creationId="{3E65E732-564D-4EC8-B304-7539BCB0E1D0}"/>
          </ac:spMkLst>
        </pc:spChg>
        <pc:spChg chg="mod">
          <ac:chgData name="Hanshu Yu" userId="c9f5ee9c-841a-4a0a-8b54-dd6159def21b" providerId="ADAL" clId="{37589638-4DC1-4E80-BEFF-2F8B094B4743}" dt="2025-07-06T06:45:02.450" v="536" actId="20577"/>
          <ac:spMkLst>
            <pc:docMk/>
            <pc:sldMk cId="1506452996" sldId="280"/>
            <ac:spMk id="3" creationId="{8FEB20D8-9BC0-4B42-A6AB-CBB74119BCA1}"/>
          </ac:spMkLst>
        </pc:spChg>
      </pc:sldChg>
      <pc:sldChg chg="modSp mod">
        <pc:chgData name="Hanshu Yu" userId="c9f5ee9c-841a-4a0a-8b54-dd6159def21b" providerId="ADAL" clId="{37589638-4DC1-4E80-BEFF-2F8B094B4743}" dt="2025-07-06T06:41:00.086" v="356" actId="20577"/>
        <pc:sldMkLst>
          <pc:docMk/>
          <pc:sldMk cId="1331024234" sldId="283"/>
        </pc:sldMkLst>
        <pc:spChg chg="mod">
          <ac:chgData name="Hanshu Yu" userId="c9f5ee9c-841a-4a0a-8b54-dd6159def21b" providerId="ADAL" clId="{37589638-4DC1-4E80-BEFF-2F8B094B4743}" dt="2025-07-06T06:41:00.086" v="356" actId="20577"/>
          <ac:spMkLst>
            <pc:docMk/>
            <pc:sldMk cId="1331024234" sldId="283"/>
            <ac:spMk id="9" creationId="{A3727DDD-B531-4062-8269-89962BAA87B7}"/>
          </ac:spMkLst>
        </pc:spChg>
      </pc:sldChg>
      <pc:sldChg chg="del">
        <pc:chgData name="Hanshu Yu" userId="c9f5ee9c-841a-4a0a-8b54-dd6159def21b" providerId="ADAL" clId="{37589638-4DC1-4E80-BEFF-2F8B094B4743}" dt="2025-07-06T06:44:35.763" v="530" actId="47"/>
        <pc:sldMkLst>
          <pc:docMk/>
          <pc:sldMk cId="3474075859" sldId="284"/>
        </pc:sldMkLst>
      </pc:sldChg>
      <pc:sldChg chg="del">
        <pc:chgData name="Hanshu Yu" userId="c9f5ee9c-841a-4a0a-8b54-dd6159def21b" providerId="ADAL" clId="{37589638-4DC1-4E80-BEFF-2F8B094B4743}" dt="2025-07-06T06:44:50.025" v="531" actId="47"/>
        <pc:sldMkLst>
          <pc:docMk/>
          <pc:sldMk cId="1302496436" sldId="285"/>
        </pc:sldMkLst>
      </pc:sldChg>
      <pc:sldChg chg="del">
        <pc:chgData name="Hanshu Yu" userId="c9f5ee9c-841a-4a0a-8b54-dd6159def21b" providerId="ADAL" clId="{37589638-4DC1-4E80-BEFF-2F8B094B4743}" dt="2025-07-06T06:44:50.025" v="531" actId="47"/>
        <pc:sldMkLst>
          <pc:docMk/>
          <pc:sldMk cId="134165438" sldId="286"/>
        </pc:sldMkLst>
      </pc:sldChg>
      <pc:sldChg chg="del">
        <pc:chgData name="Hanshu Yu" userId="c9f5ee9c-841a-4a0a-8b54-dd6159def21b" providerId="ADAL" clId="{37589638-4DC1-4E80-BEFF-2F8B094B4743}" dt="2025-07-06T06:44:50.025" v="531" actId="47"/>
        <pc:sldMkLst>
          <pc:docMk/>
          <pc:sldMk cId="3943862041" sldId="287"/>
        </pc:sldMkLst>
      </pc:sldChg>
      <pc:sldChg chg="modSp mod">
        <pc:chgData name="Hanshu Yu" userId="c9f5ee9c-841a-4a0a-8b54-dd6159def21b" providerId="ADAL" clId="{37589638-4DC1-4E80-BEFF-2F8B094B4743}" dt="2025-07-06T06:47:20.738" v="707" actId="20577"/>
        <pc:sldMkLst>
          <pc:docMk/>
          <pc:sldMk cId="3128326931" sldId="290"/>
        </pc:sldMkLst>
        <pc:spChg chg="mod">
          <ac:chgData name="Hanshu Yu" userId="c9f5ee9c-841a-4a0a-8b54-dd6159def21b" providerId="ADAL" clId="{37589638-4DC1-4E80-BEFF-2F8B094B4743}" dt="2025-07-06T06:46:21.649" v="582" actId="20577"/>
          <ac:spMkLst>
            <pc:docMk/>
            <pc:sldMk cId="3128326931" sldId="290"/>
            <ac:spMk id="2" creationId="{018BEAEF-EBBE-482C-877E-2F5EF75E139E}"/>
          </ac:spMkLst>
        </pc:spChg>
        <pc:spChg chg="mod">
          <ac:chgData name="Hanshu Yu" userId="c9f5ee9c-841a-4a0a-8b54-dd6159def21b" providerId="ADAL" clId="{37589638-4DC1-4E80-BEFF-2F8B094B4743}" dt="2025-07-06T06:47:20.738" v="707" actId="20577"/>
          <ac:spMkLst>
            <pc:docMk/>
            <pc:sldMk cId="3128326931" sldId="290"/>
            <ac:spMk id="9" creationId="{A3727DDD-B531-4062-8269-89962BAA87B7}"/>
          </ac:spMkLst>
        </pc:spChg>
      </pc:sldChg>
      <pc:sldChg chg="del">
        <pc:chgData name="Hanshu Yu" userId="c9f5ee9c-841a-4a0a-8b54-dd6159def21b" providerId="ADAL" clId="{37589638-4DC1-4E80-BEFF-2F8B094B4743}" dt="2025-07-06T06:44:50.025" v="531" actId="47"/>
        <pc:sldMkLst>
          <pc:docMk/>
          <pc:sldMk cId="3476392978" sldId="291"/>
        </pc:sldMkLst>
      </pc:sldChg>
      <pc:sldChg chg="del">
        <pc:chgData name="Hanshu Yu" userId="c9f5ee9c-841a-4a0a-8b54-dd6159def21b" providerId="ADAL" clId="{37589638-4DC1-4E80-BEFF-2F8B094B4743}" dt="2025-07-06T06:44:50.025" v="531" actId="47"/>
        <pc:sldMkLst>
          <pc:docMk/>
          <pc:sldMk cId="3539903690" sldId="292"/>
        </pc:sldMkLst>
      </pc:sldChg>
      <pc:sldChg chg="del">
        <pc:chgData name="Hanshu Yu" userId="c9f5ee9c-841a-4a0a-8b54-dd6159def21b" providerId="ADAL" clId="{37589638-4DC1-4E80-BEFF-2F8B094B4743}" dt="2025-07-06T06:44:50.025" v="531" actId="47"/>
        <pc:sldMkLst>
          <pc:docMk/>
          <pc:sldMk cId="1974286014" sldId="293"/>
        </pc:sldMkLst>
      </pc:sldChg>
      <pc:sldChg chg="del">
        <pc:chgData name="Hanshu Yu" userId="c9f5ee9c-841a-4a0a-8b54-dd6159def21b" providerId="ADAL" clId="{37589638-4DC1-4E80-BEFF-2F8B094B4743}" dt="2025-07-06T06:44:50.025" v="531" actId="47"/>
        <pc:sldMkLst>
          <pc:docMk/>
          <pc:sldMk cId="1512843767" sldId="294"/>
        </pc:sldMkLst>
      </pc:sldChg>
      <pc:sldChg chg="del">
        <pc:chgData name="Hanshu Yu" userId="c9f5ee9c-841a-4a0a-8b54-dd6159def21b" providerId="ADAL" clId="{37589638-4DC1-4E80-BEFF-2F8B094B4743}" dt="2025-07-06T06:44:50.025" v="531" actId="47"/>
        <pc:sldMkLst>
          <pc:docMk/>
          <pc:sldMk cId="2650869479" sldId="295"/>
        </pc:sldMkLst>
      </pc:sldChg>
      <pc:sldChg chg="del">
        <pc:chgData name="Hanshu Yu" userId="c9f5ee9c-841a-4a0a-8b54-dd6159def21b" providerId="ADAL" clId="{37589638-4DC1-4E80-BEFF-2F8B094B4743}" dt="2025-07-06T06:44:50.025" v="531" actId="47"/>
        <pc:sldMkLst>
          <pc:docMk/>
          <pc:sldMk cId="2050873385" sldId="296"/>
        </pc:sldMkLst>
      </pc:sldChg>
      <pc:sldChg chg="modSp mod">
        <pc:chgData name="Hanshu Yu" userId="c9f5ee9c-841a-4a0a-8b54-dd6159def21b" providerId="ADAL" clId="{37589638-4DC1-4E80-BEFF-2F8B094B4743}" dt="2025-07-06T06:44:17.921" v="529" actId="20577"/>
        <pc:sldMkLst>
          <pc:docMk/>
          <pc:sldMk cId="3420483991" sldId="297"/>
        </pc:sldMkLst>
        <pc:spChg chg="mod">
          <ac:chgData name="Hanshu Yu" userId="c9f5ee9c-841a-4a0a-8b54-dd6159def21b" providerId="ADAL" clId="{37589638-4DC1-4E80-BEFF-2F8B094B4743}" dt="2025-07-06T06:44:17.921" v="529" actId="20577"/>
          <ac:spMkLst>
            <pc:docMk/>
            <pc:sldMk cId="3420483991" sldId="297"/>
            <ac:spMk id="9" creationId="{A3727DDD-B531-4062-8269-89962BAA87B7}"/>
          </ac:spMkLst>
        </pc:spChg>
      </pc:sldChg>
      <pc:sldChg chg="addSp modSp add mod">
        <pc:chgData name="Hanshu Yu" userId="c9f5ee9c-841a-4a0a-8b54-dd6159def21b" providerId="ADAL" clId="{37589638-4DC1-4E80-BEFF-2F8B094B4743}" dt="2025-07-06T07:20:42.845" v="1179" actId="1076"/>
        <pc:sldMkLst>
          <pc:docMk/>
          <pc:sldMk cId="3719668210" sldId="298"/>
        </pc:sldMkLst>
        <pc:spChg chg="mod">
          <ac:chgData name="Hanshu Yu" userId="c9f5ee9c-841a-4a0a-8b54-dd6159def21b" providerId="ADAL" clId="{37589638-4DC1-4E80-BEFF-2F8B094B4743}" dt="2025-07-06T07:20:42.845" v="1179" actId="1076"/>
          <ac:spMkLst>
            <pc:docMk/>
            <pc:sldMk cId="3719668210" sldId="298"/>
            <ac:spMk id="9" creationId="{A3727DDD-B531-4062-8269-89962BAA87B7}"/>
          </ac:spMkLst>
        </pc:spChg>
        <pc:cxnChg chg="add mod">
          <ac:chgData name="Hanshu Yu" userId="c9f5ee9c-841a-4a0a-8b54-dd6159def21b" providerId="ADAL" clId="{37589638-4DC1-4E80-BEFF-2F8B094B4743}" dt="2025-07-06T06:49:49.670" v="900" actId="1076"/>
          <ac:cxnSpMkLst>
            <pc:docMk/>
            <pc:sldMk cId="3719668210" sldId="298"/>
            <ac:cxnSpMk id="4" creationId="{78056963-0873-469D-B863-C058C527F89A}"/>
          </ac:cxnSpMkLst>
        </pc:cxnChg>
        <pc:cxnChg chg="add mod">
          <ac:chgData name="Hanshu Yu" userId="c9f5ee9c-841a-4a0a-8b54-dd6159def21b" providerId="ADAL" clId="{37589638-4DC1-4E80-BEFF-2F8B094B4743}" dt="2025-07-06T06:49:59.818" v="902" actId="1076"/>
          <ac:cxnSpMkLst>
            <pc:docMk/>
            <pc:sldMk cId="3719668210" sldId="298"/>
            <ac:cxnSpMk id="6" creationId="{DBFAA3B1-B1AA-4BFC-8B0A-05226C1B8BE3}"/>
          </ac:cxnSpMkLst>
        </pc:cxnChg>
        <pc:cxnChg chg="add mod">
          <ac:chgData name="Hanshu Yu" userId="c9f5ee9c-841a-4a0a-8b54-dd6159def21b" providerId="ADAL" clId="{37589638-4DC1-4E80-BEFF-2F8B094B4743}" dt="2025-07-06T06:50:05.553" v="904" actId="1076"/>
          <ac:cxnSpMkLst>
            <pc:docMk/>
            <pc:sldMk cId="3719668210" sldId="298"/>
            <ac:cxnSpMk id="7" creationId="{AB6BA0FC-EE36-416B-A514-9FC5AFEC8ACA}"/>
          </ac:cxnSpMkLst>
        </pc:cxnChg>
        <pc:cxnChg chg="add mod">
          <ac:chgData name="Hanshu Yu" userId="c9f5ee9c-841a-4a0a-8b54-dd6159def21b" providerId="ADAL" clId="{37589638-4DC1-4E80-BEFF-2F8B094B4743}" dt="2025-07-06T06:50:10.598" v="906" actId="1076"/>
          <ac:cxnSpMkLst>
            <pc:docMk/>
            <pc:sldMk cId="3719668210" sldId="298"/>
            <ac:cxnSpMk id="8" creationId="{BA017981-D8BC-4682-A801-0F5CC0AFF081}"/>
          </ac:cxnSpMkLst>
        </pc:cxnChg>
        <pc:cxnChg chg="add mod">
          <ac:chgData name="Hanshu Yu" userId="c9f5ee9c-841a-4a0a-8b54-dd6159def21b" providerId="ADAL" clId="{37589638-4DC1-4E80-BEFF-2F8B094B4743}" dt="2025-07-06T06:50:13.727" v="908" actId="1076"/>
          <ac:cxnSpMkLst>
            <pc:docMk/>
            <pc:sldMk cId="3719668210" sldId="298"/>
            <ac:cxnSpMk id="10" creationId="{D5D6395C-3062-462E-B255-A2BF388E39CD}"/>
          </ac:cxnSpMkLst>
        </pc:cxnChg>
        <pc:cxnChg chg="add mod">
          <ac:chgData name="Hanshu Yu" userId="c9f5ee9c-841a-4a0a-8b54-dd6159def21b" providerId="ADAL" clId="{37589638-4DC1-4E80-BEFF-2F8B094B4743}" dt="2025-07-06T06:50:18.725" v="910" actId="1076"/>
          <ac:cxnSpMkLst>
            <pc:docMk/>
            <pc:sldMk cId="3719668210" sldId="298"/>
            <ac:cxnSpMk id="11" creationId="{C5EDEBF4-F1FB-4F4A-9070-504502433CC7}"/>
          </ac:cxnSpMkLst>
        </pc:cxnChg>
      </pc:sldChg>
      <pc:sldChg chg="addSp delSp modSp add mod ord">
        <pc:chgData name="Hanshu Yu" userId="c9f5ee9c-841a-4a0a-8b54-dd6159def21b" providerId="ADAL" clId="{37589638-4DC1-4E80-BEFF-2F8B094B4743}" dt="2025-07-06T07:24:47.405" v="1241" actId="21"/>
        <pc:sldMkLst>
          <pc:docMk/>
          <pc:sldMk cId="2661906611" sldId="299"/>
        </pc:sldMkLst>
        <pc:spChg chg="mod">
          <ac:chgData name="Hanshu Yu" userId="c9f5ee9c-841a-4a0a-8b54-dd6159def21b" providerId="ADAL" clId="{37589638-4DC1-4E80-BEFF-2F8B094B4743}" dt="2025-07-06T06:50:38.594" v="929" actId="20577"/>
          <ac:spMkLst>
            <pc:docMk/>
            <pc:sldMk cId="2661906611" sldId="299"/>
            <ac:spMk id="2" creationId="{018BEAEF-EBBE-482C-877E-2F5EF75E139E}"/>
          </ac:spMkLst>
        </pc:spChg>
        <pc:spChg chg="del">
          <ac:chgData name="Hanshu Yu" userId="c9f5ee9c-841a-4a0a-8b54-dd6159def21b" providerId="ADAL" clId="{37589638-4DC1-4E80-BEFF-2F8B094B4743}" dt="2025-07-06T06:51:14.866" v="931" actId="478"/>
          <ac:spMkLst>
            <pc:docMk/>
            <pc:sldMk cId="2661906611" sldId="299"/>
            <ac:spMk id="9" creationId="{A3727DDD-B531-4062-8269-89962BAA87B7}"/>
          </ac:spMkLst>
        </pc:spChg>
        <pc:spChg chg="add mod">
          <ac:chgData name="Hanshu Yu" userId="c9f5ee9c-841a-4a0a-8b54-dd6159def21b" providerId="ADAL" clId="{37589638-4DC1-4E80-BEFF-2F8B094B4743}" dt="2025-07-06T07:23:31.766" v="1230" actId="14100"/>
          <ac:spMkLst>
            <pc:docMk/>
            <pc:sldMk cId="2661906611" sldId="299"/>
            <ac:spMk id="12" creationId="{D74B7235-80CF-4079-ACB5-A2BC74C03168}"/>
          </ac:spMkLst>
        </pc:spChg>
        <pc:spChg chg="add del mod">
          <ac:chgData name="Hanshu Yu" userId="c9f5ee9c-841a-4a0a-8b54-dd6159def21b" providerId="ADAL" clId="{37589638-4DC1-4E80-BEFF-2F8B094B4743}" dt="2025-07-06T07:24:47.405" v="1241" actId="21"/>
          <ac:spMkLst>
            <pc:docMk/>
            <pc:sldMk cId="2661906611" sldId="299"/>
            <ac:spMk id="14" creationId="{3C608B45-AEE0-443C-8EB3-68177DA12253}"/>
          </ac:spMkLst>
        </pc:spChg>
        <pc:spChg chg="add del mod">
          <ac:chgData name="Hanshu Yu" userId="c9f5ee9c-841a-4a0a-8b54-dd6159def21b" providerId="ADAL" clId="{37589638-4DC1-4E80-BEFF-2F8B094B4743}" dt="2025-07-06T07:24:47.405" v="1241" actId="21"/>
          <ac:spMkLst>
            <pc:docMk/>
            <pc:sldMk cId="2661906611" sldId="299"/>
            <ac:spMk id="15" creationId="{C107C3E1-56D1-47AE-B1A7-2F05547C3CCF}"/>
          </ac:spMkLst>
        </pc:spChg>
        <pc:picChg chg="add del mod ord">
          <ac:chgData name="Hanshu Yu" userId="c9f5ee9c-841a-4a0a-8b54-dd6159def21b" providerId="ADAL" clId="{37589638-4DC1-4E80-BEFF-2F8B094B4743}" dt="2025-07-06T07:21:03.505" v="1185" actId="478"/>
          <ac:picMkLst>
            <pc:docMk/>
            <pc:sldMk cId="2661906611" sldId="299"/>
            <ac:picMk id="5" creationId="{DEB1D9A3-9EC7-4B51-8A3D-9A7475D5CB7A}"/>
          </ac:picMkLst>
        </pc:picChg>
        <pc:picChg chg="add mod">
          <ac:chgData name="Hanshu Yu" userId="c9f5ee9c-841a-4a0a-8b54-dd6159def21b" providerId="ADAL" clId="{37589638-4DC1-4E80-BEFF-2F8B094B4743}" dt="2025-07-06T07:23:50.262" v="1234" actId="1076"/>
          <ac:picMkLst>
            <pc:docMk/>
            <pc:sldMk cId="2661906611" sldId="299"/>
            <ac:picMk id="13" creationId="{48358D0C-3115-487C-A39D-E51CCD8AD851}"/>
          </ac:picMkLst>
        </pc:picChg>
        <pc:cxnChg chg="del">
          <ac:chgData name="Hanshu Yu" userId="c9f5ee9c-841a-4a0a-8b54-dd6159def21b" providerId="ADAL" clId="{37589638-4DC1-4E80-BEFF-2F8B094B4743}" dt="2025-07-06T06:50:46.736" v="930" actId="478"/>
          <ac:cxnSpMkLst>
            <pc:docMk/>
            <pc:sldMk cId="2661906611" sldId="299"/>
            <ac:cxnSpMk id="4" creationId="{78056963-0873-469D-B863-C058C527F89A}"/>
          </ac:cxnSpMkLst>
        </pc:cxnChg>
        <pc:cxnChg chg="del">
          <ac:chgData name="Hanshu Yu" userId="c9f5ee9c-841a-4a0a-8b54-dd6159def21b" providerId="ADAL" clId="{37589638-4DC1-4E80-BEFF-2F8B094B4743}" dt="2025-07-06T06:50:46.736" v="930" actId="478"/>
          <ac:cxnSpMkLst>
            <pc:docMk/>
            <pc:sldMk cId="2661906611" sldId="299"/>
            <ac:cxnSpMk id="6" creationId="{DBFAA3B1-B1AA-4BFC-8B0A-05226C1B8BE3}"/>
          </ac:cxnSpMkLst>
        </pc:cxnChg>
        <pc:cxnChg chg="del">
          <ac:chgData name="Hanshu Yu" userId="c9f5ee9c-841a-4a0a-8b54-dd6159def21b" providerId="ADAL" clId="{37589638-4DC1-4E80-BEFF-2F8B094B4743}" dt="2025-07-06T06:50:46.736" v="930" actId="478"/>
          <ac:cxnSpMkLst>
            <pc:docMk/>
            <pc:sldMk cId="2661906611" sldId="299"/>
            <ac:cxnSpMk id="7" creationId="{AB6BA0FC-EE36-416B-A514-9FC5AFEC8ACA}"/>
          </ac:cxnSpMkLst>
        </pc:cxnChg>
        <pc:cxnChg chg="del">
          <ac:chgData name="Hanshu Yu" userId="c9f5ee9c-841a-4a0a-8b54-dd6159def21b" providerId="ADAL" clId="{37589638-4DC1-4E80-BEFF-2F8B094B4743}" dt="2025-07-06T06:50:46.736" v="930" actId="478"/>
          <ac:cxnSpMkLst>
            <pc:docMk/>
            <pc:sldMk cId="2661906611" sldId="299"/>
            <ac:cxnSpMk id="8" creationId="{BA017981-D8BC-4682-A801-0F5CC0AFF081}"/>
          </ac:cxnSpMkLst>
        </pc:cxnChg>
        <pc:cxnChg chg="del">
          <ac:chgData name="Hanshu Yu" userId="c9f5ee9c-841a-4a0a-8b54-dd6159def21b" providerId="ADAL" clId="{37589638-4DC1-4E80-BEFF-2F8B094B4743}" dt="2025-07-06T06:50:46.736" v="930" actId="478"/>
          <ac:cxnSpMkLst>
            <pc:docMk/>
            <pc:sldMk cId="2661906611" sldId="299"/>
            <ac:cxnSpMk id="10" creationId="{D5D6395C-3062-462E-B255-A2BF388E39CD}"/>
          </ac:cxnSpMkLst>
        </pc:cxnChg>
        <pc:cxnChg chg="del">
          <ac:chgData name="Hanshu Yu" userId="c9f5ee9c-841a-4a0a-8b54-dd6159def21b" providerId="ADAL" clId="{37589638-4DC1-4E80-BEFF-2F8B094B4743}" dt="2025-07-06T06:50:46.736" v="930" actId="478"/>
          <ac:cxnSpMkLst>
            <pc:docMk/>
            <pc:sldMk cId="2661906611" sldId="299"/>
            <ac:cxnSpMk id="11" creationId="{C5EDEBF4-F1FB-4F4A-9070-504502433CC7}"/>
          </ac:cxnSpMkLst>
        </pc:cxnChg>
      </pc:sldChg>
      <pc:sldChg chg="addSp delSp modSp add mod ord">
        <pc:chgData name="Hanshu Yu" userId="c9f5ee9c-841a-4a0a-8b54-dd6159def21b" providerId="ADAL" clId="{37589638-4DC1-4E80-BEFF-2F8B094B4743}" dt="2025-07-06T06:55:16.114" v="1088" actId="1076"/>
        <pc:sldMkLst>
          <pc:docMk/>
          <pc:sldMk cId="904599416" sldId="300"/>
        </pc:sldMkLst>
        <pc:spChg chg="mod">
          <ac:chgData name="Hanshu Yu" userId="c9f5ee9c-841a-4a0a-8b54-dd6159def21b" providerId="ADAL" clId="{37589638-4DC1-4E80-BEFF-2F8B094B4743}" dt="2025-07-06T06:52:25.594" v="966" actId="20577"/>
          <ac:spMkLst>
            <pc:docMk/>
            <pc:sldMk cId="904599416" sldId="300"/>
            <ac:spMk id="2" creationId="{018BEAEF-EBBE-482C-877E-2F5EF75E139E}"/>
          </ac:spMkLst>
        </pc:spChg>
        <pc:spChg chg="del mod">
          <ac:chgData name="Hanshu Yu" userId="c9f5ee9c-841a-4a0a-8b54-dd6159def21b" providerId="ADAL" clId="{37589638-4DC1-4E80-BEFF-2F8B094B4743}" dt="2025-07-06T06:54:34.721" v="1085" actId="478"/>
          <ac:spMkLst>
            <pc:docMk/>
            <pc:sldMk cId="904599416" sldId="300"/>
            <ac:spMk id="9" creationId="{A3727DDD-B531-4062-8269-89962BAA87B7}"/>
          </ac:spMkLst>
        </pc:spChg>
        <pc:picChg chg="add mod">
          <ac:chgData name="Hanshu Yu" userId="c9f5ee9c-841a-4a0a-8b54-dd6159def21b" providerId="ADAL" clId="{37589638-4DC1-4E80-BEFF-2F8B094B4743}" dt="2025-07-06T06:55:16.114" v="1088" actId="1076"/>
          <ac:picMkLst>
            <pc:docMk/>
            <pc:sldMk cId="904599416" sldId="300"/>
            <ac:picMk id="4" creationId="{D730D3E1-7AA7-45A8-A1D1-73A556E0B65C}"/>
          </ac:picMkLst>
        </pc:picChg>
      </pc:sldChg>
      <pc:sldChg chg="modSp add mod">
        <pc:chgData name="Hanshu Yu" userId="c9f5ee9c-841a-4a0a-8b54-dd6159def21b" providerId="ADAL" clId="{37589638-4DC1-4E80-BEFF-2F8B094B4743}" dt="2025-07-06T07:26:08.984" v="1308" actId="20577"/>
        <pc:sldMkLst>
          <pc:docMk/>
          <pc:sldMk cId="3154247026" sldId="301"/>
        </pc:sldMkLst>
        <pc:spChg chg="mod">
          <ac:chgData name="Hanshu Yu" userId="c9f5ee9c-841a-4a0a-8b54-dd6159def21b" providerId="ADAL" clId="{37589638-4DC1-4E80-BEFF-2F8B094B4743}" dt="2025-07-06T07:26:08.984" v="1308" actId="20577"/>
          <ac:spMkLst>
            <pc:docMk/>
            <pc:sldMk cId="3154247026" sldId="301"/>
            <ac:spMk id="9" creationId="{A3727DDD-B531-4062-8269-89962BAA87B7}"/>
          </ac:spMkLst>
        </pc:spChg>
      </pc:sldChg>
      <pc:sldChg chg="delSp modSp add mod">
        <pc:chgData name="Hanshu Yu" userId="c9f5ee9c-841a-4a0a-8b54-dd6159def21b" providerId="ADAL" clId="{37589638-4DC1-4E80-BEFF-2F8B094B4743}" dt="2025-07-06T07:22:04.631" v="1227" actId="1076"/>
        <pc:sldMkLst>
          <pc:docMk/>
          <pc:sldMk cId="2637281984" sldId="302"/>
        </pc:sldMkLst>
        <pc:spChg chg="del">
          <ac:chgData name="Hanshu Yu" userId="c9f5ee9c-841a-4a0a-8b54-dd6159def21b" providerId="ADAL" clId="{37589638-4DC1-4E80-BEFF-2F8B094B4743}" dt="2025-07-06T07:20:23.115" v="1171" actId="478"/>
          <ac:spMkLst>
            <pc:docMk/>
            <pc:sldMk cId="2637281984" sldId="302"/>
            <ac:spMk id="12" creationId="{D74B7235-80CF-4079-ACB5-A2BC74C03168}"/>
          </ac:spMkLst>
        </pc:spChg>
        <pc:picChg chg="mod modCrop">
          <ac:chgData name="Hanshu Yu" userId="c9f5ee9c-841a-4a0a-8b54-dd6159def21b" providerId="ADAL" clId="{37589638-4DC1-4E80-BEFF-2F8B094B4743}" dt="2025-07-06T07:22:04.631" v="1227" actId="1076"/>
          <ac:picMkLst>
            <pc:docMk/>
            <pc:sldMk cId="2637281984" sldId="302"/>
            <ac:picMk id="5" creationId="{DEB1D9A3-9EC7-4B51-8A3D-9A7475D5CB7A}"/>
          </ac:picMkLst>
        </pc:picChg>
      </pc:sldChg>
      <pc:sldChg chg="add del">
        <pc:chgData name="Hanshu Yu" userId="c9f5ee9c-841a-4a0a-8b54-dd6159def21b" providerId="ADAL" clId="{37589638-4DC1-4E80-BEFF-2F8B094B4743}" dt="2025-07-06T07:24:38.917" v="1237"/>
        <pc:sldMkLst>
          <pc:docMk/>
          <pc:sldMk cId="2160081721" sldId="303"/>
        </pc:sldMkLst>
      </pc:sldChg>
      <pc:sldChg chg="addSp delSp modSp add mod ord">
        <pc:chgData name="Hanshu Yu" userId="c9f5ee9c-841a-4a0a-8b54-dd6159def21b" providerId="ADAL" clId="{37589638-4DC1-4E80-BEFF-2F8B094B4743}" dt="2025-07-06T07:26:34.825" v="1310" actId="1076"/>
        <pc:sldMkLst>
          <pc:docMk/>
          <pc:sldMk cId="2962993451" sldId="303"/>
        </pc:sldMkLst>
        <pc:spChg chg="mod">
          <ac:chgData name="Hanshu Yu" userId="c9f5ee9c-841a-4a0a-8b54-dd6159def21b" providerId="ADAL" clId="{37589638-4DC1-4E80-BEFF-2F8B094B4743}" dt="2025-07-06T07:25:57.863" v="1292" actId="20577"/>
          <ac:spMkLst>
            <pc:docMk/>
            <pc:sldMk cId="2962993451" sldId="303"/>
            <ac:spMk id="2" creationId="{018BEAEF-EBBE-482C-877E-2F5EF75E139E}"/>
          </ac:spMkLst>
        </pc:spChg>
        <pc:spChg chg="add mod">
          <ac:chgData name="Hanshu Yu" userId="c9f5ee9c-841a-4a0a-8b54-dd6159def21b" providerId="ADAL" clId="{37589638-4DC1-4E80-BEFF-2F8B094B4743}" dt="2025-07-06T07:26:28.188" v="1309" actId="164"/>
          <ac:spMkLst>
            <pc:docMk/>
            <pc:sldMk cId="2962993451" sldId="303"/>
            <ac:spMk id="3" creationId="{38D130F9-EACB-4E54-86D3-01DFAB7F2091}"/>
          </ac:spMkLst>
        </pc:spChg>
        <pc:spChg chg="add mod">
          <ac:chgData name="Hanshu Yu" userId="c9f5ee9c-841a-4a0a-8b54-dd6159def21b" providerId="ADAL" clId="{37589638-4DC1-4E80-BEFF-2F8B094B4743}" dt="2025-07-06T07:25:10.403" v="1246" actId="108"/>
          <ac:spMkLst>
            <pc:docMk/>
            <pc:sldMk cId="2962993451" sldId="303"/>
            <ac:spMk id="4" creationId="{4D6A79C1-DF1B-49A8-A45D-7C6DD9EAF672}"/>
          </ac:spMkLst>
        </pc:spChg>
        <pc:spChg chg="add mod">
          <ac:chgData name="Hanshu Yu" userId="c9f5ee9c-841a-4a0a-8b54-dd6159def21b" providerId="ADAL" clId="{37589638-4DC1-4E80-BEFF-2F8B094B4743}" dt="2025-07-06T07:26:28.188" v="1309" actId="164"/>
          <ac:spMkLst>
            <pc:docMk/>
            <pc:sldMk cId="2962993451" sldId="303"/>
            <ac:spMk id="5" creationId="{9E8B9A3A-D376-434E-B01F-66CC4F332D03}"/>
          </ac:spMkLst>
        </pc:spChg>
        <pc:spChg chg="add mod">
          <ac:chgData name="Hanshu Yu" userId="c9f5ee9c-841a-4a0a-8b54-dd6159def21b" providerId="ADAL" clId="{37589638-4DC1-4E80-BEFF-2F8B094B4743}" dt="2025-07-06T07:25:39.366" v="1260"/>
          <ac:spMkLst>
            <pc:docMk/>
            <pc:sldMk cId="2962993451" sldId="303"/>
            <ac:spMk id="7" creationId="{3C608B45-AEE0-443C-8EB3-68177DA12253}"/>
          </ac:spMkLst>
        </pc:spChg>
        <pc:spChg chg="add mod">
          <ac:chgData name="Hanshu Yu" userId="c9f5ee9c-841a-4a0a-8b54-dd6159def21b" providerId="ADAL" clId="{37589638-4DC1-4E80-BEFF-2F8B094B4743}" dt="2025-07-06T07:25:39.366" v="1260"/>
          <ac:spMkLst>
            <pc:docMk/>
            <pc:sldMk cId="2962993451" sldId="303"/>
            <ac:spMk id="8" creationId="{C107C3E1-56D1-47AE-B1A7-2F05547C3CCF}"/>
          </ac:spMkLst>
        </pc:spChg>
        <pc:spChg chg="del">
          <ac:chgData name="Hanshu Yu" userId="c9f5ee9c-841a-4a0a-8b54-dd6159def21b" providerId="ADAL" clId="{37589638-4DC1-4E80-BEFF-2F8B094B4743}" dt="2025-07-06T07:24:50.884" v="1242" actId="478"/>
          <ac:spMkLst>
            <pc:docMk/>
            <pc:sldMk cId="2962993451" sldId="303"/>
            <ac:spMk id="9" creationId="{A3727DDD-B531-4062-8269-89962BAA87B7}"/>
          </ac:spMkLst>
        </pc:spChg>
        <pc:spChg chg="add mod">
          <ac:chgData name="Hanshu Yu" userId="c9f5ee9c-841a-4a0a-8b54-dd6159def21b" providerId="ADAL" clId="{37589638-4DC1-4E80-BEFF-2F8B094B4743}" dt="2025-07-06T07:26:28.188" v="1309" actId="164"/>
          <ac:spMkLst>
            <pc:docMk/>
            <pc:sldMk cId="2962993451" sldId="303"/>
            <ac:spMk id="10" creationId="{057B564D-E2AD-481E-AD25-31318AEB58CD}"/>
          </ac:spMkLst>
        </pc:spChg>
        <pc:grpChg chg="add mod">
          <ac:chgData name="Hanshu Yu" userId="c9f5ee9c-841a-4a0a-8b54-dd6159def21b" providerId="ADAL" clId="{37589638-4DC1-4E80-BEFF-2F8B094B4743}" dt="2025-07-06T07:26:34.825" v="1310" actId="1076"/>
          <ac:grpSpMkLst>
            <pc:docMk/>
            <pc:sldMk cId="2962993451" sldId="303"/>
            <ac:grpSpMk id="6" creationId="{D892BEFF-1BA7-4538-BFA0-2D0390580836}"/>
          </ac:grpSpMkLst>
        </pc:grpChg>
      </pc:sldChg>
      <pc:sldChg chg="addSp delSp modSp add mod modAnim">
        <pc:chgData name="Hanshu Yu" userId="c9f5ee9c-841a-4a0a-8b54-dd6159def21b" providerId="ADAL" clId="{37589638-4DC1-4E80-BEFF-2F8B094B4743}" dt="2025-07-06T07:30:33.223" v="1358" actId="20577"/>
        <pc:sldMkLst>
          <pc:docMk/>
          <pc:sldMk cId="1749277828" sldId="304"/>
        </pc:sldMkLst>
        <pc:spChg chg="mod">
          <ac:chgData name="Hanshu Yu" userId="c9f5ee9c-841a-4a0a-8b54-dd6159def21b" providerId="ADAL" clId="{37589638-4DC1-4E80-BEFF-2F8B094B4743}" dt="2025-07-06T07:27:41.631" v="1330" actId="20577"/>
          <ac:spMkLst>
            <pc:docMk/>
            <pc:sldMk cId="1749277828" sldId="304"/>
            <ac:spMk id="2" creationId="{018BEAEF-EBBE-482C-877E-2F5EF75E139E}"/>
          </ac:spMkLst>
        </pc:spChg>
        <pc:spChg chg="del">
          <ac:chgData name="Hanshu Yu" userId="c9f5ee9c-841a-4a0a-8b54-dd6159def21b" providerId="ADAL" clId="{37589638-4DC1-4E80-BEFF-2F8B094B4743}" dt="2025-07-06T07:27:10.004" v="1312" actId="478"/>
          <ac:spMkLst>
            <pc:docMk/>
            <pc:sldMk cId="1749277828" sldId="304"/>
            <ac:spMk id="4" creationId="{4D6A79C1-DF1B-49A8-A45D-7C6DD9EAF672}"/>
          </ac:spMkLst>
        </pc:spChg>
        <pc:spChg chg="add del mod">
          <ac:chgData name="Hanshu Yu" userId="c9f5ee9c-841a-4a0a-8b54-dd6159def21b" providerId="ADAL" clId="{37589638-4DC1-4E80-BEFF-2F8B094B4743}" dt="2025-07-06T07:27:34.943" v="1319"/>
          <ac:spMkLst>
            <pc:docMk/>
            <pc:sldMk cId="1749277828" sldId="304"/>
            <ac:spMk id="8" creationId="{F7515389-50B7-4AF5-BB16-0A84E20CDE73}"/>
          </ac:spMkLst>
        </pc:spChg>
        <pc:spChg chg="add del mod">
          <ac:chgData name="Hanshu Yu" userId="c9f5ee9c-841a-4a0a-8b54-dd6159def21b" providerId="ADAL" clId="{37589638-4DC1-4E80-BEFF-2F8B094B4743}" dt="2025-07-06T07:27:34.943" v="1319"/>
          <ac:spMkLst>
            <pc:docMk/>
            <pc:sldMk cId="1749277828" sldId="304"/>
            <ac:spMk id="9" creationId="{C321DF68-0E03-4B3A-B865-D65330DC49B3}"/>
          </ac:spMkLst>
        </pc:spChg>
        <pc:spChg chg="add mod">
          <ac:chgData name="Hanshu Yu" userId="c9f5ee9c-841a-4a0a-8b54-dd6159def21b" providerId="ADAL" clId="{37589638-4DC1-4E80-BEFF-2F8B094B4743}" dt="2025-07-06T07:30:33.223" v="1358" actId="20577"/>
          <ac:spMkLst>
            <pc:docMk/>
            <pc:sldMk cId="1749277828" sldId="304"/>
            <ac:spMk id="11" creationId="{A5EAED88-5DB2-4AF7-813D-E88618589E30}"/>
          </ac:spMkLst>
        </pc:spChg>
        <pc:spChg chg="add mod">
          <ac:chgData name="Hanshu Yu" userId="c9f5ee9c-841a-4a0a-8b54-dd6159def21b" providerId="ADAL" clId="{37589638-4DC1-4E80-BEFF-2F8B094B4743}" dt="2025-07-06T07:29:31.567" v="1336" actId="14100"/>
          <ac:spMkLst>
            <pc:docMk/>
            <pc:sldMk cId="1749277828" sldId="304"/>
            <ac:spMk id="12" creationId="{9F9AE514-4CF6-4C9E-A345-760B6B4058D0}"/>
          </ac:spMkLst>
        </pc:spChg>
        <pc:grpChg chg="del">
          <ac:chgData name="Hanshu Yu" userId="c9f5ee9c-841a-4a0a-8b54-dd6159def21b" providerId="ADAL" clId="{37589638-4DC1-4E80-BEFF-2F8B094B4743}" dt="2025-07-06T07:27:13.100" v="1313" actId="478"/>
          <ac:grpSpMkLst>
            <pc:docMk/>
            <pc:sldMk cId="1749277828" sldId="304"/>
            <ac:grpSpMk id="6" creationId="{D892BEFF-1BA7-4538-BFA0-2D0390580836}"/>
          </ac:grpSpMkLst>
        </pc:grpChg>
        <pc:picChg chg="add mod">
          <ac:chgData name="Hanshu Yu" userId="c9f5ee9c-841a-4a0a-8b54-dd6159def21b" providerId="ADAL" clId="{37589638-4DC1-4E80-BEFF-2F8B094B4743}" dt="2025-07-06T07:29:45.953" v="1339" actId="14100"/>
          <ac:picMkLst>
            <pc:docMk/>
            <pc:sldMk cId="1749277828" sldId="304"/>
            <ac:picMk id="7" creationId="{4D1E7777-6354-44D5-9BED-4B269B2E3A6B}"/>
          </ac:picMkLst>
        </pc:picChg>
      </pc:sldChg>
      <pc:sldChg chg="modSp add mod">
        <pc:chgData name="Hanshu Yu" userId="c9f5ee9c-841a-4a0a-8b54-dd6159def21b" providerId="ADAL" clId="{37589638-4DC1-4E80-BEFF-2F8B094B4743}" dt="2025-07-06T07:33:20.623" v="1653" actId="404"/>
        <pc:sldMkLst>
          <pc:docMk/>
          <pc:sldMk cId="329258536" sldId="305"/>
        </pc:sldMkLst>
        <pc:spChg chg="mod">
          <ac:chgData name="Hanshu Yu" userId="c9f5ee9c-841a-4a0a-8b54-dd6159def21b" providerId="ADAL" clId="{37589638-4DC1-4E80-BEFF-2F8B094B4743}" dt="2025-07-06T07:31:50.708" v="1440" actId="20577"/>
          <ac:spMkLst>
            <pc:docMk/>
            <pc:sldMk cId="329258536" sldId="305"/>
            <ac:spMk id="2" creationId="{018BEAEF-EBBE-482C-877E-2F5EF75E139E}"/>
          </ac:spMkLst>
        </pc:spChg>
        <pc:spChg chg="mod">
          <ac:chgData name="Hanshu Yu" userId="c9f5ee9c-841a-4a0a-8b54-dd6159def21b" providerId="ADAL" clId="{37589638-4DC1-4E80-BEFF-2F8B094B4743}" dt="2025-07-06T07:33:20.623" v="1653" actId="404"/>
          <ac:spMkLst>
            <pc:docMk/>
            <pc:sldMk cId="329258536" sldId="305"/>
            <ac:spMk id="9" creationId="{A3727DDD-B531-4062-8269-89962BAA87B7}"/>
          </ac:spMkLst>
        </pc:spChg>
      </pc:sldChg>
      <pc:sldChg chg="modSp add mod">
        <pc:chgData name="Hanshu Yu" userId="c9f5ee9c-841a-4a0a-8b54-dd6159def21b" providerId="ADAL" clId="{37589638-4DC1-4E80-BEFF-2F8B094B4743}" dt="2025-07-06T07:38:06.253" v="1943" actId="20577"/>
        <pc:sldMkLst>
          <pc:docMk/>
          <pc:sldMk cId="1788395601" sldId="306"/>
        </pc:sldMkLst>
        <pc:spChg chg="mod">
          <ac:chgData name="Hanshu Yu" userId="c9f5ee9c-841a-4a0a-8b54-dd6159def21b" providerId="ADAL" clId="{37589638-4DC1-4E80-BEFF-2F8B094B4743}" dt="2025-07-06T07:33:45.397" v="1676" actId="20577"/>
          <ac:spMkLst>
            <pc:docMk/>
            <pc:sldMk cId="1788395601" sldId="306"/>
            <ac:spMk id="2" creationId="{018BEAEF-EBBE-482C-877E-2F5EF75E139E}"/>
          </ac:spMkLst>
        </pc:spChg>
        <pc:spChg chg="mod">
          <ac:chgData name="Hanshu Yu" userId="c9f5ee9c-841a-4a0a-8b54-dd6159def21b" providerId="ADAL" clId="{37589638-4DC1-4E80-BEFF-2F8B094B4743}" dt="2025-07-06T07:38:06.253" v="1943" actId="20577"/>
          <ac:spMkLst>
            <pc:docMk/>
            <pc:sldMk cId="1788395601" sldId="306"/>
            <ac:spMk id="9" creationId="{A3727DDD-B531-4062-8269-89962BAA87B7}"/>
          </ac:spMkLst>
        </pc:spChg>
      </pc:sldChg>
      <pc:sldChg chg="modSp add mod">
        <pc:chgData name="Hanshu Yu" userId="c9f5ee9c-841a-4a0a-8b54-dd6159def21b" providerId="ADAL" clId="{37589638-4DC1-4E80-BEFF-2F8B094B4743}" dt="2025-07-06T07:51:41.206" v="2420" actId="20577"/>
        <pc:sldMkLst>
          <pc:docMk/>
          <pc:sldMk cId="3246797555" sldId="307"/>
        </pc:sldMkLst>
        <pc:spChg chg="mod">
          <ac:chgData name="Hanshu Yu" userId="c9f5ee9c-841a-4a0a-8b54-dd6159def21b" providerId="ADAL" clId="{37589638-4DC1-4E80-BEFF-2F8B094B4743}" dt="2025-07-06T07:51:41.206" v="2420" actId="20577"/>
          <ac:spMkLst>
            <pc:docMk/>
            <pc:sldMk cId="3246797555" sldId="307"/>
            <ac:spMk id="9" creationId="{A3727DDD-B531-4062-8269-89962BAA87B7}"/>
          </ac:spMkLst>
        </pc:spChg>
      </pc:sldChg>
      <pc:sldChg chg="addSp delSp modSp add mod ord">
        <pc:chgData name="Hanshu Yu" userId="c9f5ee9c-841a-4a0a-8b54-dd6159def21b" providerId="ADAL" clId="{37589638-4DC1-4E80-BEFF-2F8B094B4743}" dt="2025-07-06T07:52:36.808" v="2451" actId="20577"/>
        <pc:sldMkLst>
          <pc:docMk/>
          <pc:sldMk cId="1688976960" sldId="308"/>
        </pc:sldMkLst>
        <pc:spChg chg="mod">
          <ac:chgData name="Hanshu Yu" userId="c9f5ee9c-841a-4a0a-8b54-dd6159def21b" providerId="ADAL" clId="{37589638-4DC1-4E80-BEFF-2F8B094B4743}" dt="2025-07-06T07:40:21.197" v="2120" actId="20577"/>
          <ac:spMkLst>
            <pc:docMk/>
            <pc:sldMk cId="1688976960" sldId="308"/>
            <ac:spMk id="2" creationId="{018BEAEF-EBBE-482C-877E-2F5EF75E139E}"/>
          </ac:spMkLst>
        </pc:spChg>
        <pc:spChg chg="add del mod">
          <ac:chgData name="Hanshu Yu" userId="c9f5ee9c-841a-4a0a-8b54-dd6159def21b" providerId="ADAL" clId="{37589638-4DC1-4E80-BEFF-2F8B094B4743}" dt="2025-07-06T07:45:34.348" v="2271" actId="478"/>
          <ac:spMkLst>
            <pc:docMk/>
            <pc:sldMk cId="1688976960" sldId="308"/>
            <ac:spMk id="5" creationId="{6C8B5DE2-C7FE-47BA-BB64-E272BD2788D1}"/>
          </ac:spMkLst>
        </pc:spChg>
        <pc:spChg chg="add del mod">
          <ac:chgData name="Hanshu Yu" userId="c9f5ee9c-841a-4a0a-8b54-dd6159def21b" providerId="ADAL" clId="{37589638-4DC1-4E80-BEFF-2F8B094B4743}" dt="2025-07-06T07:45:34.348" v="2271" actId="478"/>
          <ac:spMkLst>
            <pc:docMk/>
            <pc:sldMk cId="1688976960" sldId="308"/>
            <ac:spMk id="7" creationId="{B59C38CB-DBFA-4C2B-B585-43136269FF77}"/>
          </ac:spMkLst>
        </pc:spChg>
        <pc:spChg chg="mod">
          <ac:chgData name="Hanshu Yu" userId="c9f5ee9c-841a-4a0a-8b54-dd6159def21b" providerId="ADAL" clId="{37589638-4DC1-4E80-BEFF-2F8B094B4743}" dt="2025-07-06T07:52:36.808" v="2451" actId="20577"/>
          <ac:spMkLst>
            <pc:docMk/>
            <pc:sldMk cId="1688976960" sldId="308"/>
            <ac:spMk id="9" creationId="{A3727DDD-B531-4062-8269-89962BAA87B7}"/>
          </ac:spMkLst>
        </pc:spChg>
        <pc:spChg chg="add del mod">
          <ac:chgData name="Hanshu Yu" userId="c9f5ee9c-841a-4a0a-8b54-dd6159def21b" providerId="ADAL" clId="{37589638-4DC1-4E80-BEFF-2F8B094B4743}" dt="2025-07-06T07:45:34.348" v="2271" actId="478"/>
          <ac:spMkLst>
            <pc:docMk/>
            <pc:sldMk cId="1688976960" sldId="308"/>
            <ac:spMk id="13" creationId="{76E8B7AE-D051-4D9C-887E-9E27599F424B}"/>
          </ac:spMkLst>
        </pc:spChg>
        <pc:cxnChg chg="add del">
          <ac:chgData name="Hanshu Yu" userId="c9f5ee9c-841a-4a0a-8b54-dd6159def21b" providerId="ADAL" clId="{37589638-4DC1-4E80-BEFF-2F8B094B4743}" dt="2025-07-06T07:45:34.348" v="2271" actId="478"/>
          <ac:cxnSpMkLst>
            <pc:docMk/>
            <pc:sldMk cId="1688976960" sldId="308"/>
            <ac:cxnSpMk id="4" creationId="{560DAA9D-165C-47F1-93CF-97C5D873F41C}"/>
          </ac:cxnSpMkLst>
        </pc:cxnChg>
        <pc:cxnChg chg="add del mod">
          <ac:chgData name="Hanshu Yu" userId="c9f5ee9c-841a-4a0a-8b54-dd6159def21b" providerId="ADAL" clId="{37589638-4DC1-4E80-BEFF-2F8B094B4743}" dt="2025-07-06T07:45:34.348" v="2271" actId="478"/>
          <ac:cxnSpMkLst>
            <pc:docMk/>
            <pc:sldMk cId="1688976960" sldId="308"/>
            <ac:cxnSpMk id="8" creationId="{347F0D05-2B8E-44DC-9956-967181542A62}"/>
          </ac:cxnSpMkLst>
        </pc:cxnChg>
        <pc:cxnChg chg="add del mod">
          <ac:chgData name="Hanshu Yu" userId="c9f5ee9c-841a-4a0a-8b54-dd6159def21b" providerId="ADAL" clId="{37589638-4DC1-4E80-BEFF-2F8B094B4743}" dt="2025-07-06T07:45:34.348" v="2271" actId="478"/>
          <ac:cxnSpMkLst>
            <pc:docMk/>
            <pc:sldMk cId="1688976960" sldId="308"/>
            <ac:cxnSpMk id="11" creationId="{6500D420-FE06-4B06-A762-770F684CCBC4}"/>
          </ac:cxnSpMkLst>
        </pc:cxnChg>
      </pc:sldChg>
      <pc:sldChg chg="addSp delSp modSp add mod ord">
        <pc:chgData name="Hanshu Yu" userId="c9f5ee9c-841a-4a0a-8b54-dd6159def21b" providerId="ADAL" clId="{37589638-4DC1-4E80-BEFF-2F8B094B4743}" dt="2025-07-06T07:51:49.214" v="2422"/>
        <pc:sldMkLst>
          <pc:docMk/>
          <pc:sldMk cId="3858744757" sldId="309"/>
        </pc:sldMkLst>
        <pc:spChg chg="add del mod">
          <ac:chgData name="Hanshu Yu" userId="c9f5ee9c-841a-4a0a-8b54-dd6159def21b" providerId="ADAL" clId="{37589638-4DC1-4E80-BEFF-2F8B094B4743}" dt="2025-07-06T07:44:00.567" v="2235" actId="20577"/>
          <ac:spMkLst>
            <pc:docMk/>
            <pc:sldMk cId="3858744757" sldId="309"/>
            <ac:spMk id="5" creationId="{6C8B5DE2-C7FE-47BA-BB64-E272BD2788D1}"/>
          </ac:spMkLst>
        </pc:spChg>
        <pc:spChg chg="mod">
          <ac:chgData name="Hanshu Yu" userId="c9f5ee9c-841a-4a0a-8b54-dd6159def21b" providerId="ADAL" clId="{37589638-4DC1-4E80-BEFF-2F8B094B4743}" dt="2025-07-06T07:44:07.726" v="2245" actId="20577"/>
          <ac:spMkLst>
            <pc:docMk/>
            <pc:sldMk cId="3858744757" sldId="309"/>
            <ac:spMk id="7" creationId="{B59C38CB-DBFA-4C2B-B585-43136269FF77}"/>
          </ac:spMkLst>
        </pc:spChg>
        <pc:spChg chg="mod">
          <ac:chgData name="Hanshu Yu" userId="c9f5ee9c-841a-4a0a-8b54-dd6159def21b" providerId="ADAL" clId="{37589638-4DC1-4E80-BEFF-2F8B094B4743}" dt="2025-07-06T07:43:36.108" v="2220" actId="20577"/>
          <ac:spMkLst>
            <pc:docMk/>
            <pc:sldMk cId="3858744757" sldId="309"/>
            <ac:spMk id="9" creationId="{A3727DDD-B531-4062-8269-89962BAA87B7}"/>
          </ac:spMkLst>
        </pc:spChg>
        <pc:spChg chg="mod">
          <ac:chgData name="Hanshu Yu" userId="c9f5ee9c-841a-4a0a-8b54-dd6159def21b" providerId="ADAL" clId="{37589638-4DC1-4E80-BEFF-2F8B094B4743}" dt="2025-07-06T07:44:29.318" v="2268" actId="20577"/>
          <ac:spMkLst>
            <pc:docMk/>
            <pc:sldMk cId="3858744757" sldId="309"/>
            <ac:spMk id="13" creationId="{76E8B7AE-D051-4D9C-887E-9E27599F424B}"/>
          </ac:spMkLst>
        </pc:spChg>
        <pc:cxnChg chg="mod">
          <ac:chgData name="Hanshu Yu" userId="c9f5ee9c-841a-4a0a-8b54-dd6159def21b" providerId="ADAL" clId="{37589638-4DC1-4E80-BEFF-2F8B094B4743}" dt="2025-07-06T07:43:39.578" v="2221" actId="14100"/>
          <ac:cxnSpMkLst>
            <pc:docMk/>
            <pc:sldMk cId="3858744757" sldId="309"/>
            <ac:cxnSpMk id="4" creationId="{560DAA9D-165C-47F1-93CF-97C5D873F41C}"/>
          </ac:cxnSpMkLst>
        </pc:cxnChg>
        <pc:cxnChg chg="mod">
          <ac:chgData name="Hanshu Yu" userId="c9f5ee9c-841a-4a0a-8b54-dd6159def21b" providerId="ADAL" clId="{37589638-4DC1-4E80-BEFF-2F8B094B4743}" dt="2025-07-06T07:43:41.957" v="2222" actId="14100"/>
          <ac:cxnSpMkLst>
            <pc:docMk/>
            <pc:sldMk cId="3858744757" sldId="309"/>
            <ac:cxnSpMk id="8" creationId="{347F0D05-2B8E-44DC-9956-967181542A62}"/>
          </ac:cxnSpMkLst>
        </pc:cxnChg>
        <pc:cxnChg chg="mod">
          <ac:chgData name="Hanshu Yu" userId="c9f5ee9c-841a-4a0a-8b54-dd6159def21b" providerId="ADAL" clId="{37589638-4DC1-4E80-BEFF-2F8B094B4743}" dt="2025-07-06T07:43:51.044" v="2225" actId="14100"/>
          <ac:cxnSpMkLst>
            <pc:docMk/>
            <pc:sldMk cId="3858744757" sldId="309"/>
            <ac:cxnSpMk id="11" creationId="{6500D420-FE06-4B06-A762-770F684CCBC4}"/>
          </ac:cxnSpMkLst>
        </pc:cxnChg>
      </pc:sldChg>
      <pc:sldChg chg="modSp add mod ord">
        <pc:chgData name="Hanshu Yu" userId="c9f5ee9c-841a-4a0a-8b54-dd6159def21b" providerId="ADAL" clId="{37589638-4DC1-4E80-BEFF-2F8B094B4743}" dt="2025-07-06T07:54:50.414" v="2528" actId="20577"/>
        <pc:sldMkLst>
          <pc:docMk/>
          <pc:sldMk cId="3704350249" sldId="310"/>
        </pc:sldMkLst>
        <pc:spChg chg="mod">
          <ac:chgData name="Hanshu Yu" userId="c9f5ee9c-841a-4a0a-8b54-dd6159def21b" providerId="ADAL" clId="{37589638-4DC1-4E80-BEFF-2F8B094B4743}" dt="2025-07-06T07:53:58.736" v="2471" actId="20577"/>
          <ac:spMkLst>
            <pc:docMk/>
            <pc:sldMk cId="3704350249" sldId="310"/>
            <ac:spMk id="2" creationId="{018BEAEF-EBBE-482C-877E-2F5EF75E139E}"/>
          </ac:spMkLst>
        </pc:spChg>
        <pc:spChg chg="mod">
          <ac:chgData name="Hanshu Yu" userId="c9f5ee9c-841a-4a0a-8b54-dd6159def21b" providerId="ADAL" clId="{37589638-4DC1-4E80-BEFF-2F8B094B4743}" dt="2025-07-06T07:54:50.414" v="2528" actId="20577"/>
          <ac:spMkLst>
            <pc:docMk/>
            <pc:sldMk cId="3704350249" sldId="310"/>
            <ac:spMk id="9" creationId="{A3727DDD-B531-4062-8269-89962BAA87B7}"/>
          </ac:spMkLst>
        </pc:spChg>
      </pc:sldChg>
      <pc:sldChg chg="modSp add mod">
        <pc:chgData name="Hanshu Yu" userId="c9f5ee9c-841a-4a0a-8b54-dd6159def21b" providerId="ADAL" clId="{37589638-4DC1-4E80-BEFF-2F8B094B4743}" dt="2025-07-06T08:05:14.047" v="2980" actId="20577"/>
        <pc:sldMkLst>
          <pc:docMk/>
          <pc:sldMk cId="2466803173" sldId="311"/>
        </pc:sldMkLst>
        <pc:spChg chg="mod">
          <ac:chgData name="Hanshu Yu" userId="c9f5ee9c-841a-4a0a-8b54-dd6159def21b" providerId="ADAL" clId="{37589638-4DC1-4E80-BEFF-2F8B094B4743}" dt="2025-07-06T07:55:53.217" v="2535" actId="20577"/>
          <ac:spMkLst>
            <pc:docMk/>
            <pc:sldMk cId="2466803173" sldId="311"/>
            <ac:spMk id="2" creationId="{018BEAEF-EBBE-482C-877E-2F5EF75E139E}"/>
          </ac:spMkLst>
        </pc:spChg>
        <pc:spChg chg="mod">
          <ac:chgData name="Hanshu Yu" userId="c9f5ee9c-841a-4a0a-8b54-dd6159def21b" providerId="ADAL" clId="{37589638-4DC1-4E80-BEFF-2F8B094B4743}" dt="2025-07-06T08:05:14.047" v="2980" actId="20577"/>
          <ac:spMkLst>
            <pc:docMk/>
            <pc:sldMk cId="2466803173" sldId="311"/>
            <ac:spMk id="9" creationId="{A3727DDD-B531-4062-8269-89962BAA87B7}"/>
          </ac:spMkLst>
        </pc:spChg>
      </pc:sldChg>
      <pc:sldChg chg="modSp add mod ord">
        <pc:chgData name="Hanshu Yu" userId="c9f5ee9c-841a-4a0a-8b54-dd6159def21b" providerId="ADAL" clId="{37589638-4DC1-4E80-BEFF-2F8B094B4743}" dt="2025-07-06T08:06:44.676" v="3045" actId="20577"/>
        <pc:sldMkLst>
          <pc:docMk/>
          <pc:sldMk cId="1217363537" sldId="312"/>
        </pc:sldMkLst>
        <pc:spChg chg="mod">
          <ac:chgData name="Hanshu Yu" userId="c9f5ee9c-841a-4a0a-8b54-dd6159def21b" providerId="ADAL" clId="{37589638-4DC1-4E80-BEFF-2F8B094B4743}" dt="2025-07-06T07:59:06.927" v="2789" actId="20577"/>
          <ac:spMkLst>
            <pc:docMk/>
            <pc:sldMk cId="1217363537" sldId="312"/>
            <ac:spMk id="2" creationId="{018BEAEF-EBBE-482C-877E-2F5EF75E139E}"/>
          </ac:spMkLst>
        </pc:spChg>
        <pc:spChg chg="mod">
          <ac:chgData name="Hanshu Yu" userId="c9f5ee9c-841a-4a0a-8b54-dd6159def21b" providerId="ADAL" clId="{37589638-4DC1-4E80-BEFF-2F8B094B4743}" dt="2025-07-06T08:06:44.676" v="3045" actId="20577"/>
          <ac:spMkLst>
            <pc:docMk/>
            <pc:sldMk cId="1217363537" sldId="312"/>
            <ac:spMk id="9" creationId="{A3727DDD-B531-4062-8269-89962BAA87B7}"/>
          </ac:spMkLst>
        </pc:spChg>
      </pc:sldChg>
      <pc:sldChg chg="addSp delSp modSp add mod">
        <pc:chgData name="Hanshu Yu" userId="c9f5ee9c-841a-4a0a-8b54-dd6159def21b" providerId="ADAL" clId="{37589638-4DC1-4E80-BEFF-2F8B094B4743}" dt="2025-07-06T08:04:05.736" v="2906" actId="1076"/>
        <pc:sldMkLst>
          <pc:docMk/>
          <pc:sldMk cId="719866380" sldId="313"/>
        </pc:sldMkLst>
        <pc:spChg chg="mod">
          <ac:chgData name="Hanshu Yu" userId="c9f5ee9c-841a-4a0a-8b54-dd6159def21b" providerId="ADAL" clId="{37589638-4DC1-4E80-BEFF-2F8B094B4743}" dt="2025-07-06T08:04:05.736" v="2906" actId="1076"/>
          <ac:spMkLst>
            <pc:docMk/>
            <pc:sldMk cId="719866380" sldId="313"/>
            <ac:spMk id="2" creationId="{018BEAEF-EBBE-482C-877E-2F5EF75E139E}"/>
          </ac:spMkLst>
        </pc:spChg>
        <pc:spChg chg="del">
          <ac:chgData name="Hanshu Yu" userId="c9f5ee9c-841a-4a0a-8b54-dd6159def21b" providerId="ADAL" clId="{37589638-4DC1-4E80-BEFF-2F8B094B4743}" dt="2025-07-06T08:03:00.699" v="2876" actId="478"/>
          <ac:spMkLst>
            <pc:docMk/>
            <pc:sldMk cId="719866380" sldId="313"/>
            <ac:spMk id="9" creationId="{A3727DDD-B531-4062-8269-89962BAA87B7}"/>
          </ac:spMkLst>
        </pc:spChg>
        <pc:picChg chg="add mod">
          <ac:chgData name="Hanshu Yu" userId="c9f5ee9c-841a-4a0a-8b54-dd6159def21b" providerId="ADAL" clId="{37589638-4DC1-4E80-BEFF-2F8B094B4743}" dt="2025-07-06T08:03:34.325" v="2886" actId="1076"/>
          <ac:picMkLst>
            <pc:docMk/>
            <pc:sldMk cId="719866380" sldId="313"/>
            <ac:picMk id="4" creationId="{D4352FD3-D5BF-4ECD-91F0-FC630FE42BB7}"/>
          </ac:picMkLst>
        </pc:picChg>
      </pc:sldChg>
      <pc:sldChg chg="modSp add mod">
        <pc:chgData name="Hanshu Yu" userId="c9f5ee9c-841a-4a0a-8b54-dd6159def21b" providerId="ADAL" clId="{37589638-4DC1-4E80-BEFF-2F8B094B4743}" dt="2025-07-06T08:08:08.161" v="3124" actId="20577"/>
        <pc:sldMkLst>
          <pc:docMk/>
          <pc:sldMk cId="528750168" sldId="314"/>
        </pc:sldMkLst>
        <pc:spChg chg="mod">
          <ac:chgData name="Hanshu Yu" userId="c9f5ee9c-841a-4a0a-8b54-dd6159def21b" providerId="ADAL" clId="{37589638-4DC1-4E80-BEFF-2F8B094B4743}" dt="2025-07-06T08:04:45.606" v="2941" actId="14100"/>
          <ac:spMkLst>
            <pc:docMk/>
            <pc:sldMk cId="528750168" sldId="314"/>
            <ac:spMk id="2" creationId="{018BEAEF-EBBE-482C-877E-2F5EF75E139E}"/>
          </ac:spMkLst>
        </pc:spChg>
        <pc:spChg chg="mod">
          <ac:chgData name="Hanshu Yu" userId="c9f5ee9c-841a-4a0a-8b54-dd6159def21b" providerId="ADAL" clId="{37589638-4DC1-4E80-BEFF-2F8B094B4743}" dt="2025-07-06T08:08:08.161" v="3124" actId="20577"/>
          <ac:spMkLst>
            <pc:docMk/>
            <pc:sldMk cId="528750168" sldId="314"/>
            <ac:spMk id="9" creationId="{A3727DDD-B531-4062-8269-89962BAA87B7}"/>
          </ac:spMkLst>
        </pc:spChg>
      </pc:sldChg>
      <pc:sldChg chg="modSp add mod">
        <pc:chgData name="Hanshu Yu" userId="c9f5ee9c-841a-4a0a-8b54-dd6159def21b" providerId="ADAL" clId="{37589638-4DC1-4E80-BEFF-2F8B094B4743}" dt="2025-07-06T08:17:07.544" v="3222" actId="20577"/>
        <pc:sldMkLst>
          <pc:docMk/>
          <pc:sldMk cId="4030481586" sldId="315"/>
        </pc:sldMkLst>
        <pc:spChg chg="mod">
          <ac:chgData name="Hanshu Yu" userId="c9f5ee9c-841a-4a0a-8b54-dd6159def21b" providerId="ADAL" clId="{37589638-4DC1-4E80-BEFF-2F8B094B4743}" dt="2025-07-06T08:16:21.640" v="3137" actId="20577"/>
          <ac:spMkLst>
            <pc:docMk/>
            <pc:sldMk cId="4030481586" sldId="315"/>
            <ac:spMk id="2" creationId="{018BEAEF-EBBE-482C-877E-2F5EF75E139E}"/>
          </ac:spMkLst>
        </pc:spChg>
        <pc:spChg chg="mod">
          <ac:chgData name="Hanshu Yu" userId="c9f5ee9c-841a-4a0a-8b54-dd6159def21b" providerId="ADAL" clId="{37589638-4DC1-4E80-BEFF-2F8B094B4743}" dt="2025-07-06T08:17:07.544" v="3222" actId="20577"/>
          <ac:spMkLst>
            <pc:docMk/>
            <pc:sldMk cId="4030481586" sldId="315"/>
            <ac:spMk id="9" creationId="{A3727DDD-B531-4062-8269-89962BAA87B7}"/>
          </ac:spMkLst>
        </pc:spChg>
      </pc:sldChg>
    </pc:docChg>
  </pc:docChgLst>
  <pc:docChgLst>
    <pc:chgData name="Hanshu Yu" userId="c9f5ee9c-841a-4a0a-8b54-dd6159def21b" providerId="ADAL" clId="{7FD89C31-DEE9-44F0-B05F-FFDD9CB8D66D}"/>
    <pc:docChg chg="undo redo custSel addSld modSld">
      <pc:chgData name="Hanshu Yu" userId="c9f5ee9c-841a-4a0a-8b54-dd6159def21b" providerId="ADAL" clId="{7FD89C31-DEE9-44F0-B05F-FFDD9CB8D66D}" dt="2025-07-09T08:53:41.458" v="602" actId="313"/>
      <pc:docMkLst>
        <pc:docMk/>
      </pc:docMkLst>
      <pc:sldChg chg="addSp delSp modSp add mod">
        <pc:chgData name="Hanshu Yu" userId="c9f5ee9c-841a-4a0a-8b54-dd6159def21b" providerId="ADAL" clId="{7FD89C31-DEE9-44F0-B05F-FFDD9CB8D66D}" dt="2025-07-09T08:51:12.224" v="285" actId="478"/>
        <pc:sldMkLst>
          <pc:docMk/>
          <pc:sldMk cId="2955219129" sldId="317"/>
        </pc:sldMkLst>
        <pc:spChg chg="mod">
          <ac:chgData name="Hanshu Yu" userId="c9f5ee9c-841a-4a0a-8b54-dd6159def21b" providerId="ADAL" clId="{7FD89C31-DEE9-44F0-B05F-FFDD9CB8D66D}" dt="2025-07-09T08:48:47.592" v="20"/>
          <ac:spMkLst>
            <pc:docMk/>
            <pc:sldMk cId="2955219129" sldId="317"/>
            <ac:spMk id="2" creationId="{018BEAEF-EBBE-482C-877E-2F5EF75E139E}"/>
          </ac:spMkLst>
        </pc:spChg>
        <pc:spChg chg="mod">
          <ac:chgData name="Hanshu Yu" userId="c9f5ee9c-841a-4a0a-8b54-dd6159def21b" providerId="ADAL" clId="{7FD89C31-DEE9-44F0-B05F-FFDD9CB8D66D}" dt="2025-07-09T08:50:42.424" v="281" actId="20577"/>
          <ac:spMkLst>
            <pc:docMk/>
            <pc:sldMk cId="2955219129" sldId="317"/>
            <ac:spMk id="9" creationId="{A3727DDD-B531-4062-8269-89962BAA87B7}"/>
          </ac:spMkLst>
        </pc:spChg>
        <pc:cxnChg chg="add del mod">
          <ac:chgData name="Hanshu Yu" userId="c9f5ee9c-841a-4a0a-8b54-dd6159def21b" providerId="ADAL" clId="{7FD89C31-DEE9-44F0-B05F-FFDD9CB8D66D}" dt="2025-07-09T08:51:12.224" v="285" actId="478"/>
          <ac:cxnSpMkLst>
            <pc:docMk/>
            <pc:sldMk cId="2955219129" sldId="317"/>
            <ac:cxnSpMk id="4" creationId="{96E112C7-875C-4E62-B999-0E0C59E854CC}"/>
          </ac:cxnSpMkLst>
        </pc:cxnChg>
      </pc:sldChg>
      <pc:sldChg chg="modSp add mod modNotesTx">
        <pc:chgData name="Hanshu Yu" userId="c9f5ee9c-841a-4a0a-8b54-dd6159def21b" providerId="ADAL" clId="{7FD89C31-DEE9-44F0-B05F-FFDD9CB8D66D}" dt="2025-07-09T08:53:41.458" v="602" actId="313"/>
        <pc:sldMkLst>
          <pc:docMk/>
          <pc:sldMk cId="3486363785" sldId="318"/>
        </pc:sldMkLst>
        <pc:spChg chg="mod">
          <ac:chgData name="Hanshu Yu" userId="c9f5ee9c-841a-4a0a-8b54-dd6159def21b" providerId="ADAL" clId="{7FD89C31-DEE9-44F0-B05F-FFDD9CB8D66D}" dt="2025-07-09T08:53:41.458" v="602" actId="313"/>
          <ac:spMkLst>
            <pc:docMk/>
            <pc:sldMk cId="3486363785" sldId="318"/>
            <ac:spMk id="9" creationId="{A3727DDD-B531-4062-8269-89962BAA87B7}"/>
          </ac:spMkLst>
        </pc:spChg>
      </pc:sldChg>
    </pc:docChg>
  </pc:docChgLst>
  <pc:docChgLst>
    <pc:chgData name="Hanshu Yu" userId="c9f5ee9c-841a-4a0a-8b54-dd6159def21b" providerId="ADAL" clId="{C2642BC3-49FA-4935-BBEA-814178CCA005}"/>
    <pc:docChg chg="custSel addSld modSld">
      <pc:chgData name="Hanshu Yu" userId="c9f5ee9c-841a-4a0a-8b54-dd6159def21b" providerId="ADAL" clId="{C2642BC3-49FA-4935-BBEA-814178CCA005}" dt="2025-08-11T09:46:42.923" v="541" actId="14100"/>
      <pc:docMkLst>
        <pc:docMk/>
      </pc:docMkLst>
      <pc:sldChg chg="modSp mod">
        <pc:chgData name="Hanshu Yu" userId="c9f5ee9c-841a-4a0a-8b54-dd6159def21b" providerId="ADAL" clId="{C2642BC3-49FA-4935-BBEA-814178CCA005}" dt="2025-08-11T09:46:42.923" v="541" actId="14100"/>
        <pc:sldMkLst>
          <pc:docMk/>
          <pc:sldMk cId="3349712917" sldId="320"/>
        </pc:sldMkLst>
        <pc:spChg chg="mod">
          <ac:chgData name="Hanshu Yu" userId="c9f5ee9c-841a-4a0a-8b54-dd6159def21b" providerId="ADAL" clId="{C2642BC3-49FA-4935-BBEA-814178CCA005}" dt="2025-08-11T09:46:42.923" v="541" actId="14100"/>
          <ac:spMkLst>
            <pc:docMk/>
            <pc:sldMk cId="3349712917" sldId="320"/>
            <ac:spMk id="2" creationId="{018BEAEF-EBBE-482C-877E-2F5EF75E139E}"/>
          </ac:spMkLst>
        </pc:spChg>
      </pc:sldChg>
      <pc:sldChg chg="modSp add mod">
        <pc:chgData name="Hanshu Yu" userId="c9f5ee9c-841a-4a0a-8b54-dd6159def21b" providerId="ADAL" clId="{C2642BC3-49FA-4935-BBEA-814178CCA005}" dt="2025-08-11T09:45:54.659" v="499" actId="20577"/>
        <pc:sldMkLst>
          <pc:docMk/>
          <pc:sldMk cId="1662668079" sldId="339"/>
        </pc:sldMkLst>
        <pc:spChg chg="mod">
          <ac:chgData name="Hanshu Yu" userId="c9f5ee9c-841a-4a0a-8b54-dd6159def21b" providerId="ADAL" clId="{C2642BC3-49FA-4935-BBEA-814178CCA005}" dt="2025-08-11T09:41:37.662" v="13" actId="20577"/>
          <ac:spMkLst>
            <pc:docMk/>
            <pc:sldMk cId="1662668079" sldId="339"/>
            <ac:spMk id="2" creationId="{018BEAEF-EBBE-482C-877E-2F5EF75E139E}"/>
          </ac:spMkLst>
        </pc:spChg>
        <pc:spChg chg="mod">
          <ac:chgData name="Hanshu Yu" userId="c9f5ee9c-841a-4a0a-8b54-dd6159def21b" providerId="ADAL" clId="{C2642BC3-49FA-4935-BBEA-814178CCA005}" dt="2025-08-11T09:45:54.659" v="499" actId="20577"/>
          <ac:spMkLst>
            <pc:docMk/>
            <pc:sldMk cId="1662668079" sldId="339"/>
            <ac:spMk id="9" creationId="{A3727DDD-B531-4062-8269-89962BAA87B7}"/>
          </ac:spMkLst>
        </pc:spChg>
      </pc:sldChg>
    </pc:docChg>
  </pc:docChgLst>
  <pc:docChgLst>
    <pc:chgData name="Hanshu Yu" userId="c9f5ee9c-841a-4a0a-8b54-dd6159def21b" providerId="ADAL" clId="{A9C39190-FAEE-415A-BF9F-4F43A470F5EF}"/>
    <pc:docChg chg="undo redo custSel addSld delSld modSld sldOrd">
      <pc:chgData name="Hanshu Yu" userId="c9f5ee9c-841a-4a0a-8b54-dd6159def21b" providerId="ADAL" clId="{A9C39190-FAEE-415A-BF9F-4F43A470F5EF}" dt="2025-04-24T15:58:52.628" v="3950" actId="20577"/>
      <pc:docMkLst>
        <pc:docMk/>
      </pc:docMkLst>
      <pc:sldChg chg="del">
        <pc:chgData name="Hanshu Yu" userId="c9f5ee9c-841a-4a0a-8b54-dd6159def21b" providerId="ADAL" clId="{A9C39190-FAEE-415A-BF9F-4F43A470F5EF}" dt="2025-04-24T08:40:37.572" v="0" actId="47"/>
        <pc:sldMkLst>
          <pc:docMk/>
          <pc:sldMk cId="3447087148" sldId="257"/>
        </pc:sldMkLst>
      </pc:sldChg>
      <pc:sldChg chg="del">
        <pc:chgData name="Hanshu Yu" userId="c9f5ee9c-841a-4a0a-8b54-dd6159def21b" providerId="ADAL" clId="{A9C39190-FAEE-415A-BF9F-4F43A470F5EF}" dt="2025-04-24T08:40:38.174" v="1" actId="47"/>
        <pc:sldMkLst>
          <pc:docMk/>
          <pc:sldMk cId="1571760625" sldId="259"/>
        </pc:sldMkLst>
      </pc:sldChg>
      <pc:sldChg chg="addSp delSp modSp mod">
        <pc:chgData name="Hanshu Yu" userId="c9f5ee9c-841a-4a0a-8b54-dd6159def21b" providerId="ADAL" clId="{A9C39190-FAEE-415A-BF9F-4F43A470F5EF}" dt="2025-04-24T09:10:28.158" v="162" actId="207"/>
        <pc:sldMkLst>
          <pc:docMk/>
          <pc:sldMk cId="120997578" sldId="260"/>
        </pc:sldMkLst>
        <pc:spChg chg="mod">
          <ac:chgData name="Hanshu Yu" userId="c9f5ee9c-841a-4a0a-8b54-dd6159def21b" providerId="ADAL" clId="{A9C39190-FAEE-415A-BF9F-4F43A470F5EF}" dt="2025-04-24T08:42:06.865" v="32" actId="20577"/>
          <ac:spMkLst>
            <pc:docMk/>
            <pc:sldMk cId="120997578" sldId="260"/>
            <ac:spMk id="2" creationId="{018BEAEF-EBBE-482C-877E-2F5EF75E139E}"/>
          </ac:spMkLst>
        </pc:spChg>
        <pc:spChg chg="add mod">
          <ac:chgData name="Hanshu Yu" userId="c9f5ee9c-841a-4a0a-8b54-dd6159def21b" providerId="ADAL" clId="{A9C39190-FAEE-415A-BF9F-4F43A470F5EF}" dt="2025-04-24T09:08:49.514" v="147" actId="1582"/>
          <ac:spMkLst>
            <pc:docMk/>
            <pc:sldMk cId="120997578" sldId="260"/>
            <ac:spMk id="3" creationId="{B8501B2F-6B0C-46DE-9D23-85BEC79E3409}"/>
          </ac:spMkLst>
        </pc:spChg>
        <pc:spChg chg="mod">
          <ac:chgData name="Hanshu Yu" userId="c9f5ee9c-841a-4a0a-8b54-dd6159def21b" providerId="ADAL" clId="{A9C39190-FAEE-415A-BF9F-4F43A470F5EF}" dt="2025-04-24T09:08:24.787" v="143"/>
          <ac:spMkLst>
            <pc:docMk/>
            <pc:sldMk cId="120997578" sldId="260"/>
            <ac:spMk id="6" creationId="{07F25F20-8ECA-4157-B5C7-9AABF08C3416}"/>
          </ac:spMkLst>
        </pc:spChg>
        <pc:spChg chg="add del">
          <ac:chgData name="Hanshu Yu" userId="c9f5ee9c-841a-4a0a-8b54-dd6159def21b" providerId="ADAL" clId="{A9C39190-FAEE-415A-BF9F-4F43A470F5EF}" dt="2025-04-24T09:10:04.439" v="157" actId="22"/>
          <ac:spMkLst>
            <pc:docMk/>
            <pc:sldMk cId="120997578" sldId="260"/>
            <ac:spMk id="11" creationId="{236C22C3-7BD5-41B0-8412-C2FECA80FE7F}"/>
          </ac:spMkLst>
        </pc:spChg>
        <pc:spChg chg="add mod">
          <ac:chgData name="Hanshu Yu" userId="c9f5ee9c-841a-4a0a-8b54-dd6159def21b" providerId="ADAL" clId="{A9C39190-FAEE-415A-BF9F-4F43A470F5EF}" dt="2025-04-24T09:10:28.158" v="162" actId="207"/>
          <ac:spMkLst>
            <pc:docMk/>
            <pc:sldMk cId="120997578" sldId="260"/>
            <ac:spMk id="13" creationId="{E5348FCA-6D9D-4F24-80E0-8CB4C2267488}"/>
          </ac:spMkLst>
        </pc:spChg>
        <pc:cxnChg chg="add mod">
          <ac:chgData name="Hanshu Yu" userId="c9f5ee9c-841a-4a0a-8b54-dd6159def21b" providerId="ADAL" clId="{A9C39190-FAEE-415A-BF9F-4F43A470F5EF}" dt="2025-04-24T09:09:27.896" v="153" actId="14100"/>
          <ac:cxnSpMkLst>
            <pc:docMk/>
            <pc:sldMk cId="120997578" sldId="260"/>
            <ac:cxnSpMk id="5" creationId="{CEC21156-B9EB-4B8D-9544-64A13CC78E3D}"/>
          </ac:cxnSpMkLst>
        </pc:cxnChg>
      </pc:sldChg>
      <pc:sldChg chg="addSp delSp modSp add mod">
        <pc:chgData name="Hanshu Yu" userId="c9f5ee9c-841a-4a0a-8b54-dd6159def21b" providerId="ADAL" clId="{A9C39190-FAEE-415A-BF9F-4F43A470F5EF}" dt="2025-04-24T09:21:00.033" v="243" actId="1076"/>
        <pc:sldMkLst>
          <pc:docMk/>
          <pc:sldMk cId="1503776751" sldId="261"/>
        </pc:sldMkLst>
        <pc:spChg chg="del">
          <ac:chgData name="Hanshu Yu" userId="c9f5ee9c-841a-4a0a-8b54-dd6159def21b" providerId="ADAL" clId="{A9C39190-FAEE-415A-BF9F-4F43A470F5EF}" dt="2025-04-24T09:19:35.451" v="198" actId="478"/>
          <ac:spMkLst>
            <pc:docMk/>
            <pc:sldMk cId="1503776751" sldId="261"/>
            <ac:spMk id="3" creationId="{B8501B2F-6B0C-46DE-9D23-85BEC79E3409}"/>
          </ac:spMkLst>
        </pc:spChg>
        <pc:spChg chg="mod">
          <ac:chgData name="Hanshu Yu" userId="c9f5ee9c-841a-4a0a-8b54-dd6159def21b" providerId="ADAL" clId="{A9C39190-FAEE-415A-BF9F-4F43A470F5EF}" dt="2025-04-24T09:20:24.883" v="231" actId="207"/>
          <ac:spMkLst>
            <pc:docMk/>
            <pc:sldMk cId="1503776751" sldId="261"/>
            <ac:spMk id="6" creationId="{07F25F20-8ECA-4157-B5C7-9AABF08C3416}"/>
          </ac:spMkLst>
        </pc:spChg>
        <pc:spChg chg="add del">
          <ac:chgData name="Hanshu Yu" userId="c9f5ee9c-841a-4a0a-8b54-dd6159def21b" providerId="ADAL" clId="{A9C39190-FAEE-415A-BF9F-4F43A470F5EF}" dt="2025-04-24T09:20:36.275" v="233" actId="22"/>
          <ac:spMkLst>
            <pc:docMk/>
            <pc:sldMk cId="1503776751" sldId="261"/>
            <ac:spMk id="8" creationId="{CE872C17-70F9-430A-9C3C-C0AB055BD7F5}"/>
          </ac:spMkLst>
        </pc:spChg>
        <pc:spChg chg="add del">
          <ac:chgData name="Hanshu Yu" userId="c9f5ee9c-841a-4a0a-8b54-dd6159def21b" providerId="ADAL" clId="{A9C39190-FAEE-415A-BF9F-4F43A470F5EF}" dt="2025-04-24T09:20:37.553" v="235" actId="22"/>
          <ac:spMkLst>
            <pc:docMk/>
            <pc:sldMk cId="1503776751" sldId="261"/>
            <ac:spMk id="10" creationId="{8DF3792C-EE60-4B92-9235-CA78B1CA6AF8}"/>
          </ac:spMkLst>
        </pc:spChg>
        <pc:spChg chg="add mod">
          <ac:chgData name="Hanshu Yu" userId="c9f5ee9c-841a-4a0a-8b54-dd6159def21b" providerId="ADAL" clId="{A9C39190-FAEE-415A-BF9F-4F43A470F5EF}" dt="2025-04-24T09:21:00.033" v="243" actId="1076"/>
          <ac:spMkLst>
            <pc:docMk/>
            <pc:sldMk cId="1503776751" sldId="261"/>
            <ac:spMk id="12" creationId="{8A3B68C5-4B7E-43DE-B207-0E7E05D1EA7B}"/>
          </ac:spMkLst>
        </pc:spChg>
        <pc:spChg chg="del">
          <ac:chgData name="Hanshu Yu" userId="c9f5ee9c-841a-4a0a-8b54-dd6159def21b" providerId="ADAL" clId="{A9C39190-FAEE-415A-BF9F-4F43A470F5EF}" dt="2025-04-24T09:19:35.451" v="198" actId="478"/>
          <ac:spMkLst>
            <pc:docMk/>
            <pc:sldMk cId="1503776751" sldId="261"/>
            <ac:spMk id="13" creationId="{E5348FCA-6D9D-4F24-80E0-8CB4C2267488}"/>
          </ac:spMkLst>
        </pc:spChg>
        <pc:cxnChg chg="del mod">
          <ac:chgData name="Hanshu Yu" userId="c9f5ee9c-841a-4a0a-8b54-dd6159def21b" providerId="ADAL" clId="{A9C39190-FAEE-415A-BF9F-4F43A470F5EF}" dt="2025-04-24T09:19:35.451" v="198" actId="478"/>
          <ac:cxnSpMkLst>
            <pc:docMk/>
            <pc:sldMk cId="1503776751" sldId="261"/>
            <ac:cxnSpMk id="5" creationId="{CEC21156-B9EB-4B8D-9544-64A13CC78E3D}"/>
          </ac:cxnSpMkLst>
        </pc:cxnChg>
      </pc:sldChg>
      <pc:sldChg chg="delSp modSp add mod">
        <pc:chgData name="Hanshu Yu" userId="c9f5ee9c-841a-4a0a-8b54-dd6159def21b" providerId="ADAL" clId="{A9C39190-FAEE-415A-BF9F-4F43A470F5EF}" dt="2025-04-24T09:29:32.503" v="609" actId="20577"/>
        <pc:sldMkLst>
          <pc:docMk/>
          <pc:sldMk cId="3890821813" sldId="262"/>
        </pc:sldMkLst>
        <pc:spChg chg="mod">
          <ac:chgData name="Hanshu Yu" userId="c9f5ee9c-841a-4a0a-8b54-dd6159def21b" providerId="ADAL" clId="{A9C39190-FAEE-415A-BF9F-4F43A470F5EF}" dt="2025-04-24T09:29:23.869" v="608" actId="20577"/>
          <ac:spMkLst>
            <pc:docMk/>
            <pc:sldMk cId="3890821813" sldId="262"/>
            <ac:spMk id="2" creationId="{018BEAEF-EBBE-482C-877E-2F5EF75E139E}"/>
          </ac:spMkLst>
        </pc:spChg>
        <pc:spChg chg="mod">
          <ac:chgData name="Hanshu Yu" userId="c9f5ee9c-841a-4a0a-8b54-dd6159def21b" providerId="ADAL" clId="{A9C39190-FAEE-415A-BF9F-4F43A470F5EF}" dt="2025-04-24T09:29:32.503" v="609" actId="20577"/>
          <ac:spMkLst>
            <pc:docMk/>
            <pc:sldMk cId="3890821813" sldId="262"/>
            <ac:spMk id="6" creationId="{07F25F20-8ECA-4157-B5C7-9AABF08C3416}"/>
          </ac:spMkLst>
        </pc:spChg>
        <pc:spChg chg="del">
          <ac:chgData name="Hanshu Yu" userId="c9f5ee9c-841a-4a0a-8b54-dd6159def21b" providerId="ADAL" clId="{A9C39190-FAEE-415A-BF9F-4F43A470F5EF}" dt="2025-04-24T09:21:39.899" v="260" actId="478"/>
          <ac:spMkLst>
            <pc:docMk/>
            <pc:sldMk cId="3890821813" sldId="262"/>
            <ac:spMk id="12" creationId="{8A3B68C5-4B7E-43DE-B207-0E7E05D1EA7B}"/>
          </ac:spMkLst>
        </pc:spChg>
      </pc:sldChg>
      <pc:sldChg chg="addSp delSp modSp add mod">
        <pc:chgData name="Hanshu Yu" userId="c9f5ee9c-841a-4a0a-8b54-dd6159def21b" providerId="ADAL" clId="{A9C39190-FAEE-415A-BF9F-4F43A470F5EF}" dt="2025-04-24T09:34:49.600" v="958" actId="20577"/>
        <pc:sldMkLst>
          <pc:docMk/>
          <pc:sldMk cId="3295161320" sldId="263"/>
        </pc:sldMkLst>
        <pc:spChg chg="mod">
          <ac:chgData name="Hanshu Yu" userId="c9f5ee9c-841a-4a0a-8b54-dd6159def21b" providerId="ADAL" clId="{A9C39190-FAEE-415A-BF9F-4F43A470F5EF}" dt="2025-04-24T09:29:54.267" v="611" actId="20577"/>
          <ac:spMkLst>
            <pc:docMk/>
            <pc:sldMk cId="3295161320" sldId="263"/>
            <ac:spMk id="2" creationId="{018BEAEF-EBBE-482C-877E-2F5EF75E139E}"/>
          </ac:spMkLst>
        </pc:spChg>
        <pc:spChg chg="add del mod">
          <ac:chgData name="Hanshu Yu" userId="c9f5ee9c-841a-4a0a-8b54-dd6159def21b" providerId="ADAL" clId="{A9C39190-FAEE-415A-BF9F-4F43A470F5EF}" dt="2025-04-24T09:32:28.132" v="778" actId="478"/>
          <ac:spMkLst>
            <pc:docMk/>
            <pc:sldMk cId="3295161320" sldId="263"/>
            <ac:spMk id="3" creationId="{7D6CDB15-C2D4-4B15-A793-3873E3842030}"/>
          </ac:spMkLst>
        </pc:spChg>
        <pc:spChg chg="add del mod">
          <ac:chgData name="Hanshu Yu" userId="c9f5ee9c-841a-4a0a-8b54-dd6159def21b" providerId="ADAL" clId="{A9C39190-FAEE-415A-BF9F-4F43A470F5EF}" dt="2025-04-24T09:32:23.043" v="777" actId="478"/>
          <ac:spMkLst>
            <pc:docMk/>
            <pc:sldMk cId="3295161320" sldId="263"/>
            <ac:spMk id="5" creationId="{746DE195-F5FF-44E0-B81D-6515AC85383C}"/>
          </ac:spMkLst>
        </pc:spChg>
        <pc:spChg chg="mod">
          <ac:chgData name="Hanshu Yu" userId="c9f5ee9c-841a-4a0a-8b54-dd6159def21b" providerId="ADAL" clId="{A9C39190-FAEE-415A-BF9F-4F43A470F5EF}" dt="2025-04-24T09:34:49.600" v="958" actId="20577"/>
          <ac:spMkLst>
            <pc:docMk/>
            <pc:sldMk cId="3295161320" sldId="263"/>
            <ac:spMk id="6" creationId="{07F25F20-8ECA-4157-B5C7-9AABF08C3416}"/>
          </ac:spMkLst>
        </pc:spChg>
      </pc:sldChg>
      <pc:sldChg chg="addSp delSp modSp add mod">
        <pc:chgData name="Hanshu Yu" userId="c9f5ee9c-841a-4a0a-8b54-dd6159def21b" providerId="ADAL" clId="{A9C39190-FAEE-415A-BF9F-4F43A470F5EF}" dt="2025-04-24T09:39:20.066" v="1142" actId="20577"/>
        <pc:sldMkLst>
          <pc:docMk/>
          <pc:sldMk cId="3062980127" sldId="264"/>
        </pc:sldMkLst>
        <pc:spChg chg="mod">
          <ac:chgData name="Hanshu Yu" userId="c9f5ee9c-841a-4a0a-8b54-dd6159def21b" providerId="ADAL" clId="{A9C39190-FAEE-415A-BF9F-4F43A470F5EF}" dt="2025-04-24T09:35:02.492" v="970" actId="20577"/>
          <ac:spMkLst>
            <pc:docMk/>
            <pc:sldMk cId="3062980127" sldId="264"/>
            <ac:spMk id="2" creationId="{018BEAEF-EBBE-482C-877E-2F5EF75E139E}"/>
          </ac:spMkLst>
        </pc:spChg>
        <pc:spChg chg="add del">
          <ac:chgData name="Hanshu Yu" userId="c9f5ee9c-841a-4a0a-8b54-dd6159def21b" providerId="ADAL" clId="{A9C39190-FAEE-415A-BF9F-4F43A470F5EF}" dt="2025-04-24T09:37:02.968" v="1090" actId="22"/>
          <ac:spMkLst>
            <pc:docMk/>
            <pc:sldMk cId="3062980127" sldId="264"/>
            <ac:spMk id="5" creationId="{A262D6C3-0417-4490-A475-9FCDDAA29BCD}"/>
          </ac:spMkLst>
        </pc:spChg>
        <pc:spChg chg="mod">
          <ac:chgData name="Hanshu Yu" userId="c9f5ee9c-841a-4a0a-8b54-dd6159def21b" providerId="ADAL" clId="{A9C39190-FAEE-415A-BF9F-4F43A470F5EF}" dt="2025-04-24T09:39:20.066" v="1142" actId="20577"/>
          <ac:spMkLst>
            <pc:docMk/>
            <pc:sldMk cId="3062980127" sldId="264"/>
            <ac:spMk id="6" creationId="{07F25F20-8ECA-4157-B5C7-9AABF08C3416}"/>
          </ac:spMkLst>
        </pc:spChg>
        <pc:spChg chg="add mod">
          <ac:chgData name="Hanshu Yu" userId="c9f5ee9c-841a-4a0a-8b54-dd6159def21b" providerId="ADAL" clId="{A9C39190-FAEE-415A-BF9F-4F43A470F5EF}" dt="2025-04-24T09:39:10.034" v="1140" actId="20577"/>
          <ac:spMkLst>
            <pc:docMk/>
            <pc:sldMk cId="3062980127" sldId="264"/>
            <ac:spMk id="7" creationId="{3CD79EC5-E5AF-4650-A233-2C96D6EC3C24}"/>
          </ac:spMkLst>
        </pc:spChg>
      </pc:sldChg>
      <pc:sldChg chg="del">
        <pc:chgData name="Hanshu Yu" userId="c9f5ee9c-841a-4a0a-8b54-dd6159def21b" providerId="ADAL" clId="{A9C39190-FAEE-415A-BF9F-4F43A470F5EF}" dt="2025-04-24T09:10:38.931" v="163" actId="47"/>
        <pc:sldMkLst>
          <pc:docMk/>
          <pc:sldMk cId="837101761" sldId="265"/>
        </pc:sldMkLst>
      </pc:sldChg>
      <pc:sldChg chg="addSp delSp modSp add mod ord">
        <pc:chgData name="Hanshu Yu" userId="c9f5ee9c-841a-4a0a-8b54-dd6159def21b" providerId="ADAL" clId="{A9C39190-FAEE-415A-BF9F-4F43A470F5EF}" dt="2025-04-24T15:32:02.340" v="3739" actId="478"/>
        <pc:sldMkLst>
          <pc:docMk/>
          <pc:sldMk cId="2913782640" sldId="265"/>
        </pc:sldMkLst>
        <pc:spChg chg="mod">
          <ac:chgData name="Hanshu Yu" userId="c9f5ee9c-841a-4a0a-8b54-dd6159def21b" providerId="ADAL" clId="{A9C39190-FAEE-415A-BF9F-4F43A470F5EF}" dt="2025-04-24T13:33:29.432" v="1345" actId="20577"/>
          <ac:spMkLst>
            <pc:docMk/>
            <pc:sldMk cId="2913782640" sldId="265"/>
            <ac:spMk id="2" creationId="{018BEAEF-EBBE-482C-877E-2F5EF75E139E}"/>
          </ac:spMkLst>
        </pc:spChg>
        <pc:spChg chg="del mod">
          <ac:chgData name="Hanshu Yu" userId="c9f5ee9c-841a-4a0a-8b54-dd6159def21b" providerId="ADAL" clId="{A9C39190-FAEE-415A-BF9F-4F43A470F5EF}" dt="2025-04-24T13:29:31.345" v="1202" actId="478"/>
          <ac:spMkLst>
            <pc:docMk/>
            <pc:sldMk cId="2913782640" sldId="265"/>
            <ac:spMk id="6" creationId="{07F25F20-8ECA-4157-B5C7-9AABF08C3416}"/>
          </ac:spMkLst>
        </pc:spChg>
        <pc:spChg chg="add mod">
          <ac:chgData name="Hanshu Yu" userId="c9f5ee9c-841a-4a0a-8b54-dd6159def21b" providerId="ADAL" clId="{A9C39190-FAEE-415A-BF9F-4F43A470F5EF}" dt="2025-04-24T13:33:06.841" v="1341" actId="20577"/>
          <ac:spMkLst>
            <pc:docMk/>
            <pc:sldMk cId="2913782640" sldId="265"/>
            <ac:spMk id="7" creationId="{7E4024F3-9E98-4516-9414-7E039CEDB19E}"/>
          </ac:spMkLst>
        </pc:spChg>
        <pc:picChg chg="add del mod">
          <ac:chgData name="Hanshu Yu" userId="c9f5ee9c-841a-4a0a-8b54-dd6159def21b" providerId="ADAL" clId="{A9C39190-FAEE-415A-BF9F-4F43A470F5EF}" dt="2025-04-24T13:30:32.839" v="1209" actId="478"/>
          <ac:picMkLst>
            <pc:docMk/>
            <pc:sldMk cId="2913782640" sldId="265"/>
            <ac:picMk id="4" creationId="{A9F08274-BDB5-4E0E-A685-3124DBACB2E6}"/>
          </ac:picMkLst>
        </pc:picChg>
        <pc:picChg chg="add del">
          <ac:chgData name="Hanshu Yu" userId="c9f5ee9c-841a-4a0a-8b54-dd6159def21b" providerId="ADAL" clId="{A9C39190-FAEE-415A-BF9F-4F43A470F5EF}" dt="2025-04-24T15:30:53.028" v="3732" actId="478"/>
          <ac:picMkLst>
            <pc:docMk/>
            <pc:sldMk cId="2913782640" sldId="265"/>
            <ac:picMk id="8" creationId="{F88D880E-B9A7-4573-8BDE-199AD7627616}"/>
          </ac:picMkLst>
        </pc:picChg>
        <pc:picChg chg="add del mod modCrop">
          <ac:chgData name="Hanshu Yu" userId="c9f5ee9c-841a-4a0a-8b54-dd6159def21b" providerId="ADAL" clId="{A9C39190-FAEE-415A-BF9F-4F43A470F5EF}" dt="2025-04-24T15:32:02.340" v="3739" actId="478"/>
          <ac:picMkLst>
            <pc:docMk/>
            <pc:sldMk cId="2913782640" sldId="265"/>
            <ac:picMk id="10" creationId="{A118B623-B5CC-404D-BEE3-AEBD2C84D97C}"/>
          </ac:picMkLst>
        </pc:picChg>
      </pc:sldChg>
      <pc:sldChg chg="addSp modSp add mod">
        <pc:chgData name="Hanshu Yu" userId="c9f5ee9c-841a-4a0a-8b54-dd6159def21b" providerId="ADAL" clId="{A9C39190-FAEE-415A-BF9F-4F43A470F5EF}" dt="2025-04-24T15:08:08.895" v="2774" actId="114"/>
        <pc:sldMkLst>
          <pc:docMk/>
          <pc:sldMk cId="300778893" sldId="266"/>
        </pc:sldMkLst>
        <pc:spChg chg="add mod">
          <ac:chgData name="Hanshu Yu" userId="c9f5ee9c-841a-4a0a-8b54-dd6159def21b" providerId="ADAL" clId="{A9C39190-FAEE-415A-BF9F-4F43A470F5EF}" dt="2025-04-24T15:08:08.895" v="2774" actId="114"/>
          <ac:spMkLst>
            <pc:docMk/>
            <pc:sldMk cId="300778893" sldId="266"/>
            <ac:spMk id="3" creationId="{DAB02CB2-9CC2-49EC-8C86-D5172F5FD0AF}"/>
          </ac:spMkLst>
        </pc:spChg>
        <pc:spChg chg="mod">
          <ac:chgData name="Hanshu Yu" userId="c9f5ee9c-841a-4a0a-8b54-dd6159def21b" providerId="ADAL" clId="{A9C39190-FAEE-415A-BF9F-4F43A470F5EF}" dt="2025-04-24T15:06:11.984" v="2657" actId="20577"/>
          <ac:spMkLst>
            <pc:docMk/>
            <pc:sldMk cId="300778893" sldId="266"/>
            <ac:spMk id="7" creationId="{7E4024F3-9E98-4516-9414-7E039CEDB19E}"/>
          </ac:spMkLst>
        </pc:spChg>
      </pc:sldChg>
      <pc:sldChg chg="delSp add del mod">
        <pc:chgData name="Hanshu Yu" userId="c9f5ee9c-841a-4a0a-8b54-dd6159def21b" providerId="ADAL" clId="{A9C39190-FAEE-415A-BF9F-4F43A470F5EF}" dt="2025-04-24T13:33:12.728" v="1343" actId="47"/>
        <pc:sldMkLst>
          <pc:docMk/>
          <pc:sldMk cId="3204928895" sldId="266"/>
        </pc:sldMkLst>
        <pc:picChg chg="del">
          <ac:chgData name="Hanshu Yu" userId="c9f5ee9c-841a-4a0a-8b54-dd6159def21b" providerId="ADAL" clId="{A9C39190-FAEE-415A-BF9F-4F43A470F5EF}" dt="2025-04-24T13:30:22.010" v="1208" actId="478"/>
          <ac:picMkLst>
            <pc:docMk/>
            <pc:sldMk cId="3204928895" sldId="266"/>
            <ac:picMk id="4" creationId="{A9F08274-BDB5-4E0E-A685-3124DBACB2E6}"/>
          </ac:picMkLst>
        </pc:picChg>
      </pc:sldChg>
      <pc:sldChg chg="addSp modSp add mod">
        <pc:chgData name="Hanshu Yu" userId="c9f5ee9c-841a-4a0a-8b54-dd6159def21b" providerId="ADAL" clId="{A9C39190-FAEE-415A-BF9F-4F43A470F5EF}" dt="2025-04-24T15:21:14.136" v="3080" actId="313"/>
        <pc:sldMkLst>
          <pc:docMk/>
          <pc:sldMk cId="812357066" sldId="267"/>
        </pc:sldMkLst>
        <pc:spChg chg="add mod">
          <ac:chgData name="Hanshu Yu" userId="c9f5ee9c-841a-4a0a-8b54-dd6159def21b" providerId="ADAL" clId="{A9C39190-FAEE-415A-BF9F-4F43A470F5EF}" dt="2025-04-24T15:21:14.136" v="3080" actId="313"/>
          <ac:spMkLst>
            <pc:docMk/>
            <pc:sldMk cId="812357066" sldId="267"/>
            <ac:spMk id="4" creationId="{43F7BAD1-60D3-4746-8036-4102A7A5FEC6}"/>
          </ac:spMkLst>
        </pc:spChg>
        <pc:spChg chg="mod">
          <ac:chgData name="Hanshu Yu" userId="c9f5ee9c-841a-4a0a-8b54-dd6159def21b" providerId="ADAL" clId="{A9C39190-FAEE-415A-BF9F-4F43A470F5EF}" dt="2025-04-24T14:20:20.381" v="1493" actId="20577"/>
          <ac:spMkLst>
            <pc:docMk/>
            <pc:sldMk cId="812357066" sldId="267"/>
            <ac:spMk id="7" creationId="{7E4024F3-9E98-4516-9414-7E039CEDB19E}"/>
          </ac:spMkLst>
        </pc:spChg>
      </pc:sldChg>
      <pc:sldChg chg="add del">
        <pc:chgData name="Hanshu Yu" userId="c9f5ee9c-841a-4a0a-8b54-dd6159def21b" providerId="ADAL" clId="{A9C39190-FAEE-415A-BF9F-4F43A470F5EF}" dt="2025-04-24T13:33:35.920" v="1346" actId="47"/>
        <pc:sldMkLst>
          <pc:docMk/>
          <pc:sldMk cId="2749156030" sldId="267"/>
        </pc:sldMkLst>
      </pc:sldChg>
      <pc:sldChg chg="modSp add mod">
        <pc:chgData name="Hanshu Yu" userId="c9f5ee9c-841a-4a0a-8b54-dd6159def21b" providerId="ADAL" clId="{A9C39190-FAEE-415A-BF9F-4F43A470F5EF}" dt="2025-04-24T15:12:48.130" v="2781"/>
        <pc:sldMkLst>
          <pc:docMk/>
          <pc:sldMk cId="562864003" sldId="268"/>
        </pc:sldMkLst>
        <pc:spChg chg="mod">
          <ac:chgData name="Hanshu Yu" userId="c9f5ee9c-841a-4a0a-8b54-dd6159def21b" providerId="ADAL" clId="{A9C39190-FAEE-415A-BF9F-4F43A470F5EF}" dt="2025-04-24T15:12:48.130" v="2781"/>
          <ac:spMkLst>
            <pc:docMk/>
            <pc:sldMk cId="562864003" sldId="268"/>
            <ac:spMk id="6" creationId="{07F25F20-8ECA-4157-B5C7-9AABF08C3416}"/>
          </ac:spMkLst>
        </pc:spChg>
      </pc:sldChg>
      <pc:sldChg chg="addSp delSp modSp add del mod">
        <pc:chgData name="Hanshu Yu" userId="c9f5ee9c-841a-4a0a-8b54-dd6159def21b" providerId="ADAL" clId="{A9C39190-FAEE-415A-BF9F-4F43A470F5EF}" dt="2025-04-24T14:36:01.198" v="2052" actId="2696"/>
        <pc:sldMkLst>
          <pc:docMk/>
          <pc:sldMk cId="1428733415" sldId="268"/>
        </pc:sldMkLst>
        <pc:spChg chg="mod">
          <ac:chgData name="Hanshu Yu" userId="c9f5ee9c-841a-4a0a-8b54-dd6159def21b" providerId="ADAL" clId="{A9C39190-FAEE-415A-BF9F-4F43A470F5EF}" dt="2025-04-24T14:20:53.747" v="1495"/>
          <ac:spMkLst>
            <pc:docMk/>
            <pc:sldMk cId="1428733415" sldId="268"/>
            <ac:spMk id="2" creationId="{018BEAEF-EBBE-482C-877E-2F5EF75E139E}"/>
          </ac:spMkLst>
        </pc:spChg>
        <pc:spChg chg="add del mod">
          <ac:chgData name="Hanshu Yu" userId="c9f5ee9c-841a-4a0a-8b54-dd6159def21b" providerId="ADAL" clId="{A9C39190-FAEE-415A-BF9F-4F43A470F5EF}" dt="2025-04-24T14:23:40.311" v="1603" actId="478"/>
          <ac:spMkLst>
            <pc:docMk/>
            <pc:sldMk cId="1428733415" sldId="268"/>
            <ac:spMk id="3" creationId="{383FAE3F-9A85-4814-9D9D-32B13669AF85}"/>
          </ac:spMkLst>
        </pc:spChg>
        <pc:spChg chg="add del mod">
          <ac:chgData name="Hanshu Yu" userId="c9f5ee9c-841a-4a0a-8b54-dd6159def21b" providerId="ADAL" clId="{A9C39190-FAEE-415A-BF9F-4F43A470F5EF}" dt="2025-04-24T14:35:36.282" v="2033" actId="478"/>
          <ac:spMkLst>
            <pc:docMk/>
            <pc:sldMk cId="1428733415" sldId="268"/>
            <ac:spMk id="4" creationId="{232B14DB-AECF-4F0C-AD26-59EE96E3E9E8}"/>
          </ac:spMkLst>
        </pc:spChg>
        <pc:spChg chg="mod">
          <ac:chgData name="Hanshu Yu" userId="c9f5ee9c-841a-4a0a-8b54-dd6159def21b" providerId="ADAL" clId="{A9C39190-FAEE-415A-BF9F-4F43A470F5EF}" dt="2025-04-24T14:35:49.857" v="2051" actId="20577"/>
          <ac:spMkLst>
            <pc:docMk/>
            <pc:sldMk cId="1428733415" sldId="268"/>
            <ac:spMk id="6" creationId="{07F25F20-8ECA-4157-B5C7-9AABF08C3416}"/>
          </ac:spMkLst>
        </pc:spChg>
        <pc:spChg chg="del">
          <ac:chgData name="Hanshu Yu" userId="c9f5ee9c-841a-4a0a-8b54-dd6159def21b" providerId="ADAL" clId="{A9C39190-FAEE-415A-BF9F-4F43A470F5EF}" dt="2025-04-24T14:21:10.929" v="1497" actId="478"/>
          <ac:spMkLst>
            <pc:docMk/>
            <pc:sldMk cId="1428733415" sldId="268"/>
            <ac:spMk id="7" creationId="{3CD79EC5-E5AF-4650-A233-2C96D6EC3C24}"/>
          </ac:spMkLst>
        </pc:spChg>
        <pc:picChg chg="add del mod">
          <ac:chgData name="Hanshu Yu" userId="c9f5ee9c-841a-4a0a-8b54-dd6159def21b" providerId="ADAL" clId="{A9C39190-FAEE-415A-BF9F-4F43A470F5EF}" dt="2025-04-24T14:31:36.305" v="1877" actId="478"/>
          <ac:picMkLst>
            <pc:docMk/>
            <pc:sldMk cId="1428733415" sldId="268"/>
            <ac:picMk id="8" creationId="{E327DBA0-4551-4DC0-9CA6-C7F280CB8539}"/>
          </ac:picMkLst>
        </pc:picChg>
      </pc:sldChg>
      <pc:sldChg chg="addSp modSp add mod">
        <pc:chgData name="Hanshu Yu" userId="c9f5ee9c-841a-4a0a-8b54-dd6159def21b" providerId="ADAL" clId="{A9C39190-FAEE-415A-BF9F-4F43A470F5EF}" dt="2025-04-24T14:48:24.131" v="2396" actId="1076"/>
        <pc:sldMkLst>
          <pc:docMk/>
          <pc:sldMk cId="3161069278" sldId="269"/>
        </pc:sldMkLst>
        <pc:spChg chg="mod">
          <ac:chgData name="Hanshu Yu" userId="c9f5ee9c-841a-4a0a-8b54-dd6159def21b" providerId="ADAL" clId="{A9C39190-FAEE-415A-BF9F-4F43A470F5EF}" dt="2025-04-24T14:31:51.161" v="1885" actId="20577"/>
          <ac:spMkLst>
            <pc:docMk/>
            <pc:sldMk cId="3161069278" sldId="269"/>
            <ac:spMk id="2" creationId="{018BEAEF-EBBE-482C-877E-2F5EF75E139E}"/>
          </ac:spMkLst>
        </pc:spChg>
        <pc:spChg chg="mod">
          <ac:chgData name="Hanshu Yu" userId="c9f5ee9c-841a-4a0a-8b54-dd6159def21b" providerId="ADAL" clId="{A9C39190-FAEE-415A-BF9F-4F43A470F5EF}" dt="2025-04-24T14:27:16.842" v="1731" actId="120"/>
          <ac:spMkLst>
            <pc:docMk/>
            <pc:sldMk cId="3161069278" sldId="269"/>
            <ac:spMk id="6" creationId="{07F25F20-8ECA-4157-B5C7-9AABF08C3416}"/>
          </ac:spMkLst>
        </pc:spChg>
        <pc:spChg chg="add mod">
          <ac:chgData name="Hanshu Yu" userId="c9f5ee9c-841a-4a0a-8b54-dd6159def21b" providerId="ADAL" clId="{A9C39190-FAEE-415A-BF9F-4F43A470F5EF}" dt="2025-04-24T14:31:21.142" v="1876" actId="20577"/>
          <ac:spMkLst>
            <pc:docMk/>
            <pc:sldMk cId="3161069278" sldId="269"/>
            <ac:spMk id="7" creationId="{46582606-D425-4AA1-9B5E-5EB8B6038E97}"/>
          </ac:spMkLst>
        </pc:spChg>
        <pc:spChg chg="add mod">
          <ac:chgData name="Hanshu Yu" userId="c9f5ee9c-841a-4a0a-8b54-dd6159def21b" providerId="ADAL" clId="{A9C39190-FAEE-415A-BF9F-4F43A470F5EF}" dt="2025-04-24T14:47:33.661" v="2362" actId="1076"/>
          <ac:spMkLst>
            <pc:docMk/>
            <pc:sldMk cId="3161069278" sldId="269"/>
            <ac:spMk id="9" creationId="{5143C5D9-111A-4A35-B878-3A5F48CEBCFF}"/>
          </ac:spMkLst>
        </pc:spChg>
        <pc:spChg chg="add mod">
          <ac:chgData name="Hanshu Yu" userId="c9f5ee9c-841a-4a0a-8b54-dd6159def21b" providerId="ADAL" clId="{A9C39190-FAEE-415A-BF9F-4F43A470F5EF}" dt="2025-04-24T14:29:34.726" v="1761" actId="164"/>
          <ac:spMkLst>
            <pc:docMk/>
            <pc:sldMk cId="3161069278" sldId="269"/>
            <ac:spMk id="10" creationId="{C84DE5A4-BD1A-4ED8-8630-C3EF26AE8C2A}"/>
          </ac:spMkLst>
        </pc:spChg>
        <pc:spChg chg="add mod">
          <ac:chgData name="Hanshu Yu" userId="c9f5ee9c-841a-4a0a-8b54-dd6159def21b" providerId="ADAL" clId="{A9C39190-FAEE-415A-BF9F-4F43A470F5EF}" dt="2025-04-24T14:31:09.985" v="1874" actId="207"/>
          <ac:spMkLst>
            <pc:docMk/>
            <pc:sldMk cId="3161069278" sldId="269"/>
            <ac:spMk id="12" creationId="{919EE8C1-FC58-4F3C-B548-C28C530FBC81}"/>
          </ac:spMkLst>
        </pc:spChg>
        <pc:spChg chg="add mod">
          <ac:chgData name="Hanshu Yu" userId="c9f5ee9c-841a-4a0a-8b54-dd6159def21b" providerId="ADAL" clId="{A9C39190-FAEE-415A-BF9F-4F43A470F5EF}" dt="2025-04-24T14:46:33.870" v="2350"/>
          <ac:spMkLst>
            <pc:docMk/>
            <pc:sldMk cId="3161069278" sldId="269"/>
            <ac:spMk id="13" creationId="{D9E373EE-4B1D-4E2A-BD2A-DA2E66F2F3E9}"/>
          </ac:spMkLst>
        </pc:spChg>
        <pc:spChg chg="add mod">
          <ac:chgData name="Hanshu Yu" userId="c9f5ee9c-841a-4a0a-8b54-dd6159def21b" providerId="ADAL" clId="{A9C39190-FAEE-415A-BF9F-4F43A470F5EF}" dt="2025-04-24T14:46:33.870" v="2350"/>
          <ac:spMkLst>
            <pc:docMk/>
            <pc:sldMk cId="3161069278" sldId="269"/>
            <ac:spMk id="14" creationId="{22821B02-55A9-47AB-BBEC-4D9FDE59AEBA}"/>
          </ac:spMkLst>
        </pc:spChg>
        <pc:spChg chg="add mod">
          <ac:chgData name="Hanshu Yu" userId="c9f5ee9c-841a-4a0a-8b54-dd6159def21b" providerId="ADAL" clId="{A9C39190-FAEE-415A-BF9F-4F43A470F5EF}" dt="2025-04-24T14:48:00.042" v="2378" actId="1076"/>
          <ac:spMkLst>
            <pc:docMk/>
            <pc:sldMk cId="3161069278" sldId="269"/>
            <ac:spMk id="23" creationId="{51C63F24-E51D-453F-B2D4-F31DCCB1F361}"/>
          </ac:spMkLst>
        </pc:spChg>
        <pc:spChg chg="add mod">
          <ac:chgData name="Hanshu Yu" userId="c9f5ee9c-841a-4a0a-8b54-dd6159def21b" providerId="ADAL" clId="{A9C39190-FAEE-415A-BF9F-4F43A470F5EF}" dt="2025-04-24T14:48:24.131" v="2396" actId="1076"/>
          <ac:spMkLst>
            <pc:docMk/>
            <pc:sldMk cId="3161069278" sldId="269"/>
            <ac:spMk id="24" creationId="{F1059C20-778E-44FC-B4AA-FB0E82BE365B}"/>
          </ac:spMkLst>
        </pc:spChg>
        <pc:grpChg chg="add mod">
          <ac:chgData name="Hanshu Yu" userId="c9f5ee9c-841a-4a0a-8b54-dd6159def21b" providerId="ADAL" clId="{A9C39190-FAEE-415A-BF9F-4F43A470F5EF}" dt="2025-04-24T14:29:34.726" v="1761" actId="164"/>
          <ac:grpSpMkLst>
            <pc:docMk/>
            <pc:sldMk cId="3161069278" sldId="269"/>
            <ac:grpSpMk id="11" creationId="{B11F5DB9-D876-4CD1-9331-5E4D199D8E4F}"/>
          </ac:grpSpMkLst>
        </pc:grpChg>
        <pc:picChg chg="mod">
          <ac:chgData name="Hanshu Yu" userId="c9f5ee9c-841a-4a0a-8b54-dd6159def21b" providerId="ADAL" clId="{A9C39190-FAEE-415A-BF9F-4F43A470F5EF}" dt="2025-04-24T14:29:34.726" v="1761" actId="164"/>
          <ac:picMkLst>
            <pc:docMk/>
            <pc:sldMk cId="3161069278" sldId="269"/>
            <ac:picMk id="8" creationId="{E327DBA0-4551-4DC0-9CA6-C7F280CB8539}"/>
          </ac:picMkLst>
        </pc:picChg>
        <pc:cxnChg chg="add mod">
          <ac:chgData name="Hanshu Yu" userId="c9f5ee9c-841a-4a0a-8b54-dd6159def21b" providerId="ADAL" clId="{A9C39190-FAEE-415A-BF9F-4F43A470F5EF}" dt="2025-04-24T14:47:03.398" v="2356" actId="14100"/>
          <ac:cxnSpMkLst>
            <pc:docMk/>
            <pc:sldMk cId="3161069278" sldId="269"/>
            <ac:cxnSpMk id="16" creationId="{03F90298-252D-40BA-8BBE-A8EA10C3ED98}"/>
          </ac:cxnSpMkLst>
        </pc:cxnChg>
        <pc:cxnChg chg="add mod">
          <ac:chgData name="Hanshu Yu" userId="c9f5ee9c-841a-4a0a-8b54-dd6159def21b" providerId="ADAL" clId="{A9C39190-FAEE-415A-BF9F-4F43A470F5EF}" dt="2025-04-24T14:47:21.621" v="2359" actId="14100"/>
          <ac:cxnSpMkLst>
            <pc:docMk/>
            <pc:sldMk cId="3161069278" sldId="269"/>
            <ac:cxnSpMk id="20" creationId="{9B0003A9-6CA3-4A7C-A39D-60C3F4355AEC}"/>
          </ac:cxnSpMkLst>
        </pc:cxnChg>
      </pc:sldChg>
      <pc:sldChg chg="addSp delSp modSp add mod">
        <pc:chgData name="Hanshu Yu" userId="c9f5ee9c-841a-4a0a-8b54-dd6159def21b" providerId="ADAL" clId="{A9C39190-FAEE-415A-BF9F-4F43A470F5EF}" dt="2025-04-24T15:42:16.210" v="3765" actId="20577"/>
        <pc:sldMkLst>
          <pc:docMk/>
          <pc:sldMk cId="1301857394" sldId="270"/>
        </pc:sldMkLst>
        <pc:spChg chg="add del mod">
          <ac:chgData name="Hanshu Yu" userId="c9f5ee9c-841a-4a0a-8b54-dd6159def21b" providerId="ADAL" clId="{A9C39190-FAEE-415A-BF9F-4F43A470F5EF}" dt="2025-04-24T14:46:32.590" v="2349" actId="21"/>
          <ac:spMkLst>
            <pc:docMk/>
            <pc:sldMk cId="1301857394" sldId="270"/>
            <ac:spMk id="3" creationId="{AE1DEF7D-2DC4-4BAF-BB86-00AB2489AC76}"/>
          </ac:spMkLst>
        </pc:spChg>
        <pc:spChg chg="del">
          <ac:chgData name="Hanshu Yu" userId="c9f5ee9c-841a-4a0a-8b54-dd6159def21b" providerId="ADAL" clId="{A9C39190-FAEE-415A-BF9F-4F43A470F5EF}" dt="2025-04-24T14:34:28.283" v="1991" actId="478"/>
          <ac:spMkLst>
            <pc:docMk/>
            <pc:sldMk cId="1301857394" sldId="270"/>
            <ac:spMk id="4" creationId="{232B14DB-AECF-4F0C-AD26-59EE96E3E9E8}"/>
          </ac:spMkLst>
        </pc:spChg>
        <pc:spChg chg="mod">
          <ac:chgData name="Hanshu Yu" userId="c9f5ee9c-841a-4a0a-8b54-dd6159def21b" providerId="ADAL" clId="{A9C39190-FAEE-415A-BF9F-4F43A470F5EF}" dt="2025-04-24T15:42:16.210" v="3765" actId="20577"/>
          <ac:spMkLst>
            <pc:docMk/>
            <pc:sldMk cId="1301857394" sldId="270"/>
            <ac:spMk id="6" creationId="{07F25F20-8ECA-4157-B5C7-9AABF08C3416}"/>
          </ac:spMkLst>
        </pc:spChg>
        <pc:spChg chg="mod">
          <ac:chgData name="Hanshu Yu" userId="c9f5ee9c-841a-4a0a-8b54-dd6159def21b" providerId="ADAL" clId="{A9C39190-FAEE-415A-BF9F-4F43A470F5EF}" dt="2025-04-24T14:47:40.579" v="2363" actId="1076"/>
          <ac:spMkLst>
            <pc:docMk/>
            <pc:sldMk cId="1301857394" sldId="270"/>
            <ac:spMk id="9" creationId="{5143C5D9-111A-4A35-B878-3A5F48CEBCFF}"/>
          </ac:spMkLst>
        </pc:spChg>
        <pc:spChg chg="add del mod">
          <ac:chgData name="Hanshu Yu" userId="c9f5ee9c-841a-4a0a-8b54-dd6159def21b" providerId="ADAL" clId="{A9C39190-FAEE-415A-BF9F-4F43A470F5EF}" dt="2025-04-24T14:46:32.590" v="2349" actId="21"/>
          <ac:spMkLst>
            <pc:docMk/>
            <pc:sldMk cId="1301857394" sldId="270"/>
            <ac:spMk id="13" creationId="{6448A3FA-DBF7-4D65-920B-58155AB339DF}"/>
          </ac:spMkLst>
        </pc:spChg>
      </pc:sldChg>
      <pc:sldChg chg="add">
        <pc:chgData name="Hanshu Yu" userId="c9f5ee9c-841a-4a0a-8b54-dd6159def21b" providerId="ADAL" clId="{A9C39190-FAEE-415A-BF9F-4F43A470F5EF}" dt="2025-04-24T14:34:46.908" v="1992"/>
        <pc:sldMkLst>
          <pc:docMk/>
          <pc:sldMk cId="3773880675" sldId="271"/>
        </pc:sldMkLst>
      </pc:sldChg>
      <pc:sldChg chg="modSp add mod">
        <pc:chgData name="Hanshu Yu" userId="c9f5ee9c-841a-4a0a-8b54-dd6159def21b" providerId="ADAL" clId="{A9C39190-FAEE-415A-BF9F-4F43A470F5EF}" dt="2025-04-24T15:12:57.153" v="2785"/>
        <pc:sldMkLst>
          <pc:docMk/>
          <pc:sldMk cId="3133026009" sldId="272"/>
        </pc:sldMkLst>
        <pc:spChg chg="mod">
          <ac:chgData name="Hanshu Yu" userId="c9f5ee9c-841a-4a0a-8b54-dd6159def21b" providerId="ADAL" clId="{A9C39190-FAEE-415A-BF9F-4F43A470F5EF}" dt="2025-04-24T15:12:57.153" v="2785"/>
          <ac:spMkLst>
            <pc:docMk/>
            <pc:sldMk cId="3133026009" sldId="272"/>
            <ac:spMk id="6" creationId="{07F25F20-8ECA-4157-B5C7-9AABF08C3416}"/>
          </ac:spMkLst>
        </pc:spChg>
      </pc:sldChg>
      <pc:sldChg chg="delSp modSp add del mod">
        <pc:chgData name="Hanshu Yu" userId="c9f5ee9c-841a-4a0a-8b54-dd6159def21b" providerId="ADAL" clId="{A9C39190-FAEE-415A-BF9F-4F43A470F5EF}" dt="2025-04-24T15:21:46.037" v="3092" actId="47"/>
        <pc:sldMkLst>
          <pc:docMk/>
          <pc:sldMk cId="274216899" sldId="273"/>
        </pc:sldMkLst>
        <pc:spChg chg="mod">
          <ac:chgData name="Hanshu Yu" userId="c9f5ee9c-841a-4a0a-8b54-dd6159def21b" providerId="ADAL" clId="{A9C39190-FAEE-415A-BF9F-4F43A470F5EF}" dt="2025-04-24T15:13:35.888" v="2794" actId="20577"/>
          <ac:spMkLst>
            <pc:docMk/>
            <pc:sldMk cId="274216899" sldId="273"/>
            <ac:spMk id="2" creationId="{018BEAEF-EBBE-482C-877E-2F5EF75E139E}"/>
          </ac:spMkLst>
        </pc:spChg>
        <pc:spChg chg="del mod">
          <ac:chgData name="Hanshu Yu" userId="c9f5ee9c-841a-4a0a-8b54-dd6159def21b" providerId="ADAL" clId="{A9C39190-FAEE-415A-BF9F-4F43A470F5EF}" dt="2025-04-24T15:21:39.472" v="3090"/>
          <ac:spMkLst>
            <pc:docMk/>
            <pc:sldMk cId="274216899" sldId="273"/>
            <ac:spMk id="7" creationId="{7E4024F3-9E98-4516-9414-7E039CEDB19E}"/>
          </ac:spMkLst>
        </pc:spChg>
      </pc:sldChg>
      <pc:sldChg chg="delSp modSp add mod">
        <pc:chgData name="Hanshu Yu" userId="c9f5ee9c-841a-4a0a-8b54-dd6159def21b" providerId="ADAL" clId="{A9C39190-FAEE-415A-BF9F-4F43A470F5EF}" dt="2025-04-24T15:55:30.942" v="3856" actId="20577"/>
        <pc:sldMkLst>
          <pc:docMk/>
          <pc:sldMk cId="660756621" sldId="274"/>
        </pc:sldMkLst>
        <pc:spChg chg="mod">
          <ac:chgData name="Hanshu Yu" userId="c9f5ee9c-841a-4a0a-8b54-dd6159def21b" providerId="ADAL" clId="{A9C39190-FAEE-415A-BF9F-4F43A470F5EF}" dt="2025-04-24T15:55:30.942" v="3856" actId="20577"/>
          <ac:spMkLst>
            <pc:docMk/>
            <pc:sldMk cId="660756621" sldId="274"/>
            <ac:spMk id="2" creationId="{018BEAEF-EBBE-482C-877E-2F5EF75E139E}"/>
          </ac:spMkLst>
        </pc:spChg>
        <pc:spChg chg="mod">
          <ac:chgData name="Hanshu Yu" userId="c9f5ee9c-841a-4a0a-8b54-dd6159def21b" providerId="ADAL" clId="{A9C39190-FAEE-415A-BF9F-4F43A470F5EF}" dt="2025-04-24T15:29:47.632" v="3730" actId="20577"/>
          <ac:spMkLst>
            <pc:docMk/>
            <pc:sldMk cId="660756621" sldId="274"/>
            <ac:spMk id="6" creationId="{07F25F20-8ECA-4157-B5C7-9AABF08C3416}"/>
          </ac:spMkLst>
        </pc:spChg>
        <pc:spChg chg="del">
          <ac:chgData name="Hanshu Yu" userId="c9f5ee9c-841a-4a0a-8b54-dd6159def21b" providerId="ADAL" clId="{A9C39190-FAEE-415A-BF9F-4F43A470F5EF}" dt="2025-04-24T15:24:22.373" v="3223" actId="478"/>
          <ac:spMkLst>
            <pc:docMk/>
            <pc:sldMk cId="660756621" sldId="274"/>
            <ac:spMk id="7" creationId="{3CD79EC5-E5AF-4650-A233-2C96D6EC3C24}"/>
          </ac:spMkLst>
        </pc:spChg>
      </pc:sldChg>
      <pc:sldChg chg="modSp add mod">
        <pc:chgData name="Hanshu Yu" userId="c9f5ee9c-841a-4a0a-8b54-dd6159def21b" providerId="ADAL" clId="{A9C39190-FAEE-415A-BF9F-4F43A470F5EF}" dt="2025-04-24T15:32:23.818" v="3758" actId="20577"/>
        <pc:sldMkLst>
          <pc:docMk/>
          <pc:sldMk cId="597706641" sldId="275"/>
        </pc:sldMkLst>
        <pc:spChg chg="mod">
          <ac:chgData name="Hanshu Yu" userId="c9f5ee9c-841a-4a0a-8b54-dd6159def21b" providerId="ADAL" clId="{A9C39190-FAEE-415A-BF9F-4F43A470F5EF}" dt="2025-04-24T15:32:23.818" v="3758" actId="20577"/>
          <ac:spMkLst>
            <pc:docMk/>
            <pc:sldMk cId="597706641" sldId="275"/>
            <ac:spMk id="2" creationId="{018BEAEF-EBBE-482C-877E-2F5EF75E139E}"/>
          </ac:spMkLst>
        </pc:spChg>
        <pc:picChg chg="mod">
          <ac:chgData name="Hanshu Yu" userId="c9f5ee9c-841a-4a0a-8b54-dd6159def21b" providerId="ADAL" clId="{A9C39190-FAEE-415A-BF9F-4F43A470F5EF}" dt="2025-04-24T15:32:16.491" v="3744" actId="1076"/>
          <ac:picMkLst>
            <pc:docMk/>
            <pc:sldMk cId="597706641" sldId="275"/>
            <ac:picMk id="10" creationId="{A118B623-B5CC-404D-BEE3-AEBD2C84D97C}"/>
          </ac:picMkLst>
        </pc:picChg>
      </pc:sldChg>
      <pc:sldChg chg="del">
        <pc:chgData name="Hanshu Yu" userId="c9f5ee9c-841a-4a0a-8b54-dd6159def21b" providerId="ADAL" clId="{A9C39190-FAEE-415A-BF9F-4F43A470F5EF}" dt="2025-04-24T09:10:38.931" v="163" actId="47"/>
        <pc:sldMkLst>
          <pc:docMk/>
          <pc:sldMk cId="3048514824" sldId="276"/>
        </pc:sldMkLst>
      </pc:sldChg>
      <pc:sldChg chg="addSp delSp modSp add mod">
        <pc:chgData name="Hanshu Yu" userId="c9f5ee9c-841a-4a0a-8b54-dd6159def21b" providerId="ADAL" clId="{A9C39190-FAEE-415A-BF9F-4F43A470F5EF}" dt="2025-04-24T15:52:23.487" v="3820" actId="478"/>
        <pc:sldMkLst>
          <pc:docMk/>
          <pc:sldMk cId="3516774557" sldId="276"/>
        </pc:sldMkLst>
        <pc:spChg chg="mod">
          <ac:chgData name="Hanshu Yu" userId="c9f5ee9c-841a-4a0a-8b54-dd6159def21b" providerId="ADAL" clId="{A9C39190-FAEE-415A-BF9F-4F43A470F5EF}" dt="2025-04-24T15:52:14.241" v="3817" actId="5793"/>
          <ac:spMkLst>
            <pc:docMk/>
            <pc:sldMk cId="3516774557" sldId="276"/>
            <ac:spMk id="2" creationId="{018BEAEF-EBBE-482C-877E-2F5EF75E139E}"/>
          </ac:spMkLst>
        </pc:spChg>
        <pc:spChg chg="del">
          <ac:chgData name="Hanshu Yu" userId="c9f5ee9c-841a-4a0a-8b54-dd6159def21b" providerId="ADAL" clId="{A9C39190-FAEE-415A-BF9F-4F43A470F5EF}" dt="2025-04-24T15:52:01.758" v="3794" actId="478"/>
          <ac:spMkLst>
            <pc:docMk/>
            <pc:sldMk cId="3516774557" sldId="276"/>
            <ac:spMk id="3" creationId="{DAB02CB2-9CC2-49EC-8C86-D5172F5FD0AF}"/>
          </ac:spMkLst>
        </pc:spChg>
        <pc:spChg chg="del">
          <ac:chgData name="Hanshu Yu" userId="c9f5ee9c-841a-4a0a-8b54-dd6159def21b" providerId="ADAL" clId="{A9C39190-FAEE-415A-BF9F-4F43A470F5EF}" dt="2025-04-24T15:51:59.345" v="3793" actId="478"/>
          <ac:spMkLst>
            <pc:docMk/>
            <pc:sldMk cId="3516774557" sldId="276"/>
            <ac:spMk id="7" creationId="{7E4024F3-9E98-4516-9414-7E039CEDB19E}"/>
          </ac:spMkLst>
        </pc:spChg>
        <pc:picChg chg="add mod modCrop">
          <ac:chgData name="Hanshu Yu" userId="c9f5ee9c-841a-4a0a-8b54-dd6159def21b" providerId="ADAL" clId="{A9C39190-FAEE-415A-BF9F-4F43A470F5EF}" dt="2025-04-24T15:51:12.734" v="3785" actId="732"/>
          <ac:picMkLst>
            <pc:docMk/>
            <pc:sldMk cId="3516774557" sldId="276"/>
            <ac:picMk id="5" creationId="{ABDCAA90-E8F1-424E-B552-B5898280B3FA}"/>
          </ac:picMkLst>
        </pc:picChg>
        <pc:picChg chg="add del mod">
          <ac:chgData name="Hanshu Yu" userId="c9f5ee9c-841a-4a0a-8b54-dd6159def21b" providerId="ADAL" clId="{A9C39190-FAEE-415A-BF9F-4F43A470F5EF}" dt="2025-04-24T15:50:17.282" v="3777"/>
          <ac:picMkLst>
            <pc:docMk/>
            <pc:sldMk cId="3516774557" sldId="276"/>
            <ac:picMk id="8" creationId="{3CAD8B90-3CBC-4D59-ABDF-ADB2F99D85BB}"/>
          </ac:picMkLst>
        </pc:picChg>
        <pc:picChg chg="add del mod modCrop">
          <ac:chgData name="Hanshu Yu" userId="c9f5ee9c-841a-4a0a-8b54-dd6159def21b" providerId="ADAL" clId="{A9C39190-FAEE-415A-BF9F-4F43A470F5EF}" dt="2025-04-24T15:52:23.487" v="3820" actId="478"/>
          <ac:picMkLst>
            <pc:docMk/>
            <pc:sldMk cId="3516774557" sldId="276"/>
            <ac:picMk id="9" creationId="{FA3CB856-F44F-400A-B669-5825476B818D}"/>
          </ac:picMkLst>
        </pc:picChg>
      </pc:sldChg>
      <pc:sldChg chg="del">
        <pc:chgData name="Hanshu Yu" userId="c9f5ee9c-841a-4a0a-8b54-dd6159def21b" providerId="ADAL" clId="{A9C39190-FAEE-415A-BF9F-4F43A470F5EF}" dt="2025-04-24T09:10:38.931" v="163" actId="47"/>
        <pc:sldMkLst>
          <pc:docMk/>
          <pc:sldMk cId="1577644751" sldId="277"/>
        </pc:sldMkLst>
      </pc:sldChg>
      <pc:sldChg chg="addSp delSp modSp add mod">
        <pc:chgData name="Hanshu Yu" userId="c9f5ee9c-841a-4a0a-8b54-dd6159def21b" providerId="ADAL" clId="{A9C39190-FAEE-415A-BF9F-4F43A470F5EF}" dt="2025-04-24T15:54:47.486" v="3849" actId="14100"/>
        <pc:sldMkLst>
          <pc:docMk/>
          <pc:sldMk cId="2177913753" sldId="277"/>
        </pc:sldMkLst>
        <pc:spChg chg="del">
          <ac:chgData name="Hanshu Yu" userId="c9f5ee9c-841a-4a0a-8b54-dd6159def21b" providerId="ADAL" clId="{A9C39190-FAEE-415A-BF9F-4F43A470F5EF}" dt="2025-04-24T15:52:42.319" v="3824" actId="478"/>
          <ac:spMkLst>
            <pc:docMk/>
            <pc:sldMk cId="2177913753" sldId="277"/>
            <ac:spMk id="3" creationId="{DAB02CB2-9CC2-49EC-8C86-D5172F5FD0AF}"/>
          </ac:spMkLst>
        </pc:spChg>
        <pc:spChg chg="del">
          <ac:chgData name="Hanshu Yu" userId="c9f5ee9c-841a-4a0a-8b54-dd6159def21b" providerId="ADAL" clId="{A9C39190-FAEE-415A-BF9F-4F43A470F5EF}" dt="2025-04-24T15:52:41.048" v="3823" actId="478"/>
          <ac:spMkLst>
            <pc:docMk/>
            <pc:sldMk cId="2177913753" sldId="277"/>
            <ac:spMk id="7" creationId="{7E4024F3-9E98-4516-9414-7E039CEDB19E}"/>
          </ac:spMkLst>
        </pc:spChg>
        <pc:picChg chg="add del mod modCrop">
          <ac:chgData name="Hanshu Yu" userId="c9f5ee9c-841a-4a0a-8b54-dd6159def21b" providerId="ADAL" clId="{A9C39190-FAEE-415A-BF9F-4F43A470F5EF}" dt="2025-04-24T15:53:29.815" v="3834" actId="1076"/>
          <ac:picMkLst>
            <pc:docMk/>
            <pc:sldMk cId="2177913753" sldId="277"/>
            <ac:picMk id="5" creationId="{ABDCAA90-E8F1-424E-B552-B5898280B3FA}"/>
          </ac:picMkLst>
        </pc:picChg>
        <pc:picChg chg="add mod modCrop">
          <ac:chgData name="Hanshu Yu" userId="c9f5ee9c-841a-4a0a-8b54-dd6159def21b" providerId="ADAL" clId="{A9C39190-FAEE-415A-BF9F-4F43A470F5EF}" dt="2025-04-24T15:54:31.956" v="3845" actId="14100"/>
          <ac:picMkLst>
            <pc:docMk/>
            <pc:sldMk cId="2177913753" sldId="277"/>
            <ac:picMk id="6" creationId="{5926D4FB-61F1-4AA5-A08F-A7E368437AF0}"/>
          </ac:picMkLst>
        </pc:picChg>
        <pc:picChg chg="add mod">
          <ac:chgData name="Hanshu Yu" userId="c9f5ee9c-841a-4a0a-8b54-dd6159def21b" providerId="ADAL" clId="{A9C39190-FAEE-415A-BF9F-4F43A470F5EF}" dt="2025-04-24T15:54:24.465" v="3843" actId="1076"/>
          <ac:picMkLst>
            <pc:docMk/>
            <pc:sldMk cId="2177913753" sldId="277"/>
            <ac:picMk id="8" creationId="{C0A491F5-9BC0-4127-9FEF-127A6CD22E96}"/>
          </ac:picMkLst>
        </pc:picChg>
        <pc:cxnChg chg="add mod">
          <ac:chgData name="Hanshu Yu" userId="c9f5ee9c-841a-4a0a-8b54-dd6159def21b" providerId="ADAL" clId="{A9C39190-FAEE-415A-BF9F-4F43A470F5EF}" dt="2025-04-24T15:54:47.486" v="3849" actId="14100"/>
          <ac:cxnSpMkLst>
            <pc:docMk/>
            <pc:sldMk cId="2177913753" sldId="277"/>
            <ac:cxnSpMk id="10" creationId="{78D51CBD-4443-48D1-A1FF-81F39BFAC058}"/>
          </ac:cxnSpMkLst>
        </pc:cxnChg>
      </pc:sldChg>
      <pc:sldChg chg="modSp add mod">
        <pc:chgData name="Hanshu Yu" userId="c9f5ee9c-841a-4a0a-8b54-dd6159def21b" providerId="ADAL" clId="{A9C39190-FAEE-415A-BF9F-4F43A470F5EF}" dt="2025-04-24T15:52:30.550" v="3821" actId="1076"/>
        <pc:sldMkLst>
          <pc:docMk/>
          <pc:sldMk cId="3371109070" sldId="278"/>
        </pc:sldMkLst>
        <pc:picChg chg="mod">
          <ac:chgData name="Hanshu Yu" userId="c9f5ee9c-841a-4a0a-8b54-dd6159def21b" providerId="ADAL" clId="{A9C39190-FAEE-415A-BF9F-4F43A470F5EF}" dt="2025-04-24T15:52:30.550" v="3821" actId="1076"/>
          <ac:picMkLst>
            <pc:docMk/>
            <pc:sldMk cId="3371109070" sldId="278"/>
            <ac:picMk id="9" creationId="{FA3CB856-F44F-400A-B669-5825476B818D}"/>
          </ac:picMkLst>
        </pc:picChg>
      </pc:sldChg>
      <pc:sldChg chg="del">
        <pc:chgData name="Hanshu Yu" userId="c9f5ee9c-841a-4a0a-8b54-dd6159def21b" providerId="ADAL" clId="{A9C39190-FAEE-415A-BF9F-4F43A470F5EF}" dt="2025-04-24T09:10:38.931" v="163" actId="47"/>
        <pc:sldMkLst>
          <pc:docMk/>
          <pc:sldMk cId="3545714926" sldId="278"/>
        </pc:sldMkLst>
      </pc:sldChg>
      <pc:sldChg chg="modSp add mod">
        <pc:chgData name="Hanshu Yu" userId="c9f5ee9c-841a-4a0a-8b54-dd6159def21b" providerId="ADAL" clId="{A9C39190-FAEE-415A-BF9F-4F43A470F5EF}" dt="2025-04-24T15:58:52.628" v="3950" actId="20577"/>
        <pc:sldMkLst>
          <pc:docMk/>
          <pc:sldMk cId="2159666353" sldId="279"/>
        </pc:sldMkLst>
        <pc:spChg chg="mod">
          <ac:chgData name="Hanshu Yu" userId="c9f5ee9c-841a-4a0a-8b54-dd6159def21b" providerId="ADAL" clId="{A9C39190-FAEE-415A-BF9F-4F43A470F5EF}" dt="2025-04-24T15:55:27.447" v="3855" actId="20577"/>
          <ac:spMkLst>
            <pc:docMk/>
            <pc:sldMk cId="2159666353" sldId="279"/>
            <ac:spMk id="2" creationId="{018BEAEF-EBBE-482C-877E-2F5EF75E139E}"/>
          </ac:spMkLst>
        </pc:spChg>
        <pc:spChg chg="mod">
          <ac:chgData name="Hanshu Yu" userId="c9f5ee9c-841a-4a0a-8b54-dd6159def21b" providerId="ADAL" clId="{A9C39190-FAEE-415A-BF9F-4F43A470F5EF}" dt="2025-04-24T15:58:52.628" v="3950" actId="20577"/>
          <ac:spMkLst>
            <pc:docMk/>
            <pc:sldMk cId="2159666353" sldId="279"/>
            <ac:spMk id="6" creationId="{07F25F20-8ECA-4157-B5C7-9AABF08C3416}"/>
          </ac:spMkLst>
        </pc:spChg>
      </pc:sldChg>
      <pc:sldChg chg="del">
        <pc:chgData name="Hanshu Yu" userId="c9f5ee9c-841a-4a0a-8b54-dd6159def21b" providerId="ADAL" clId="{A9C39190-FAEE-415A-BF9F-4F43A470F5EF}" dt="2025-04-24T09:10:38.931" v="163" actId="47"/>
        <pc:sldMkLst>
          <pc:docMk/>
          <pc:sldMk cId="2744687537" sldId="279"/>
        </pc:sldMkLst>
      </pc:sldChg>
      <pc:sldChg chg="del">
        <pc:chgData name="Hanshu Yu" userId="c9f5ee9c-841a-4a0a-8b54-dd6159def21b" providerId="ADAL" clId="{A9C39190-FAEE-415A-BF9F-4F43A470F5EF}" dt="2025-04-24T09:10:38.931" v="163" actId="47"/>
        <pc:sldMkLst>
          <pc:docMk/>
          <pc:sldMk cId="2718228841" sldId="280"/>
        </pc:sldMkLst>
      </pc:sldChg>
      <pc:sldChg chg="del">
        <pc:chgData name="Hanshu Yu" userId="c9f5ee9c-841a-4a0a-8b54-dd6159def21b" providerId="ADAL" clId="{A9C39190-FAEE-415A-BF9F-4F43A470F5EF}" dt="2025-04-24T09:10:38.931" v="163" actId="47"/>
        <pc:sldMkLst>
          <pc:docMk/>
          <pc:sldMk cId="1596246340" sldId="281"/>
        </pc:sldMkLst>
      </pc:sldChg>
      <pc:sldChg chg="del">
        <pc:chgData name="Hanshu Yu" userId="c9f5ee9c-841a-4a0a-8b54-dd6159def21b" providerId="ADAL" clId="{A9C39190-FAEE-415A-BF9F-4F43A470F5EF}" dt="2025-04-24T09:10:38.931" v="163" actId="47"/>
        <pc:sldMkLst>
          <pc:docMk/>
          <pc:sldMk cId="2345455535" sldId="282"/>
        </pc:sldMkLst>
      </pc:sldChg>
      <pc:sldChg chg="del">
        <pc:chgData name="Hanshu Yu" userId="c9f5ee9c-841a-4a0a-8b54-dd6159def21b" providerId="ADAL" clId="{A9C39190-FAEE-415A-BF9F-4F43A470F5EF}" dt="2025-04-24T09:10:38.931" v="163" actId="47"/>
        <pc:sldMkLst>
          <pc:docMk/>
          <pc:sldMk cId="1449414958" sldId="283"/>
        </pc:sldMkLst>
      </pc:sldChg>
      <pc:sldChg chg="del">
        <pc:chgData name="Hanshu Yu" userId="c9f5ee9c-841a-4a0a-8b54-dd6159def21b" providerId="ADAL" clId="{A9C39190-FAEE-415A-BF9F-4F43A470F5EF}" dt="2025-04-24T08:40:41.773" v="2" actId="47"/>
        <pc:sldMkLst>
          <pc:docMk/>
          <pc:sldMk cId="2794320119" sldId="286"/>
        </pc:sldMkLst>
      </pc:sldChg>
      <pc:sldChg chg="del">
        <pc:chgData name="Hanshu Yu" userId="c9f5ee9c-841a-4a0a-8b54-dd6159def21b" providerId="ADAL" clId="{A9C39190-FAEE-415A-BF9F-4F43A470F5EF}" dt="2025-04-24T09:10:38.931" v="163" actId="47"/>
        <pc:sldMkLst>
          <pc:docMk/>
          <pc:sldMk cId="2201763594" sldId="289"/>
        </pc:sldMkLst>
      </pc:sldChg>
      <pc:sldChg chg="del">
        <pc:chgData name="Hanshu Yu" userId="c9f5ee9c-841a-4a0a-8b54-dd6159def21b" providerId="ADAL" clId="{A9C39190-FAEE-415A-BF9F-4F43A470F5EF}" dt="2025-04-24T09:10:38.931" v="163" actId="47"/>
        <pc:sldMkLst>
          <pc:docMk/>
          <pc:sldMk cId="3970730636" sldId="294"/>
        </pc:sldMkLst>
      </pc:sldChg>
      <pc:sldChg chg="del">
        <pc:chgData name="Hanshu Yu" userId="c9f5ee9c-841a-4a0a-8b54-dd6159def21b" providerId="ADAL" clId="{A9C39190-FAEE-415A-BF9F-4F43A470F5EF}" dt="2025-04-24T09:10:38.931" v="163" actId="47"/>
        <pc:sldMkLst>
          <pc:docMk/>
          <pc:sldMk cId="2759003601" sldId="295"/>
        </pc:sldMkLst>
      </pc:sldChg>
      <pc:sldChg chg="del">
        <pc:chgData name="Hanshu Yu" userId="c9f5ee9c-841a-4a0a-8b54-dd6159def21b" providerId="ADAL" clId="{A9C39190-FAEE-415A-BF9F-4F43A470F5EF}" dt="2025-04-24T09:10:38.931" v="163" actId="47"/>
        <pc:sldMkLst>
          <pc:docMk/>
          <pc:sldMk cId="3546258865" sldId="299"/>
        </pc:sldMkLst>
      </pc:sldChg>
      <pc:sldChg chg="del">
        <pc:chgData name="Hanshu Yu" userId="c9f5ee9c-841a-4a0a-8b54-dd6159def21b" providerId="ADAL" clId="{A9C39190-FAEE-415A-BF9F-4F43A470F5EF}" dt="2025-04-24T09:10:38.931" v="163" actId="47"/>
        <pc:sldMkLst>
          <pc:docMk/>
          <pc:sldMk cId="1496713415" sldId="301"/>
        </pc:sldMkLst>
      </pc:sldChg>
      <pc:sldChg chg="del">
        <pc:chgData name="Hanshu Yu" userId="c9f5ee9c-841a-4a0a-8b54-dd6159def21b" providerId="ADAL" clId="{A9C39190-FAEE-415A-BF9F-4F43A470F5EF}" dt="2025-04-24T09:10:38.931" v="163" actId="47"/>
        <pc:sldMkLst>
          <pc:docMk/>
          <pc:sldMk cId="2400683043" sldId="302"/>
        </pc:sldMkLst>
      </pc:sldChg>
      <pc:sldChg chg="del">
        <pc:chgData name="Hanshu Yu" userId="c9f5ee9c-841a-4a0a-8b54-dd6159def21b" providerId="ADAL" clId="{A9C39190-FAEE-415A-BF9F-4F43A470F5EF}" dt="2025-04-24T09:10:38.931" v="163" actId="47"/>
        <pc:sldMkLst>
          <pc:docMk/>
          <pc:sldMk cId="2424661203" sldId="304"/>
        </pc:sldMkLst>
      </pc:sldChg>
      <pc:sldChg chg="del">
        <pc:chgData name="Hanshu Yu" userId="c9f5ee9c-841a-4a0a-8b54-dd6159def21b" providerId="ADAL" clId="{A9C39190-FAEE-415A-BF9F-4F43A470F5EF}" dt="2025-04-24T09:10:38.931" v="163" actId="47"/>
        <pc:sldMkLst>
          <pc:docMk/>
          <pc:sldMk cId="4268780085" sldId="305"/>
        </pc:sldMkLst>
      </pc:sldChg>
      <pc:sldChg chg="del">
        <pc:chgData name="Hanshu Yu" userId="c9f5ee9c-841a-4a0a-8b54-dd6159def21b" providerId="ADAL" clId="{A9C39190-FAEE-415A-BF9F-4F43A470F5EF}" dt="2025-04-24T09:10:38.931" v="163" actId="47"/>
        <pc:sldMkLst>
          <pc:docMk/>
          <pc:sldMk cId="1814371040" sldId="306"/>
        </pc:sldMkLst>
      </pc:sldChg>
      <pc:sldChg chg="del">
        <pc:chgData name="Hanshu Yu" userId="c9f5ee9c-841a-4a0a-8b54-dd6159def21b" providerId="ADAL" clId="{A9C39190-FAEE-415A-BF9F-4F43A470F5EF}" dt="2025-04-24T09:10:38.931" v="163" actId="47"/>
        <pc:sldMkLst>
          <pc:docMk/>
          <pc:sldMk cId="3663810782" sldId="307"/>
        </pc:sldMkLst>
      </pc:sldChg>
      <pc:sldChg chg="del">
        <pc:chgData name="Hanshu Yu" userId="c9f5ee9c-841a-4a0a-8b54-dd6159def21b" providerId="ADAL" clId="{A9C39190-FAEE-415A-BF9F-4F43A470F5EF}" dt="2025-04-24T09:10:38.931" v="163" actId="47"/>
        <pc:sldMkLst>
          <pc:docMk/>
          <pc:sldMk cId="1970585193" sldId="308"/>
        </pc:sldMkLst>
      </pc:sldChg>
      <pc:sldChg chg="del">
        <pc:chgData name="Hanshu Yu" userId="c9f5ee9c-841a-4a0a-8b54-dd6159def21b" providerId="ADAL" clId="{A9C39190-FAEE-415A-BF9F-4F43A470F5EF}" dt="2025-04-24T09:10:38.931" v="163" actId="47"/>
        <pc:sldMkLst>
          <pc:docMk/>
          <pc:sldMk cId="1338099355" sldId="309"/>
        </pc:sldMkLst>
      </pc:sldChg>
      <pc:sldChg chg="del">
        <pc:chgData name="Hanshu Yu" userId="c9f5ee9c-841a-4a0a-8b54-dd6159def21b" providerId="ADAL" clId="{A9C39190-FAEE-415A-BF9F-4F43A470F5EF}" dt="2025-04-24T09:10:38.931" v="163" actId="47"/>
        <pc:sldMkLst>
          <pc:docMk/>
          <pc:sldMk cId="2711204837" sldId="310"/>
        </pc:sldMkLst>
      </pc:sldChg>
      <pc:sldChg chg="del">
        <pc:chgData name="Hanshu Yu" userId="c9f5ee9c-841a-4a0a-8b54-dd6159def21b" providerId="ADAL" clId="{A9C39190-FAEE-415A-BF9F-4F43A470F5EF}" dt="2025-04-24T09:10:38.931" v="163" actId="47"/>
        <pc:sldMkLst>
          <pc:docMk/>
          <pc:sldMk cId="1392522135" sldId="311"/>
        </pc:sldMkLst>
      </pc:sldChg>
      <pc:sldChg chg="del">
        <pc:chgData name="Hanshu Yu" userId="c9f5ee9c-841a-4a0a-8b54-dd6159def21b" providerId="ADAL" clId="{A9C39190-FAEE-415A-BF9F-4F43A470F5EF}" dt="2025-04-24T09:10:38.931" v="163" actId="47"/>
        <pc:sldMkLst>
          <pc:docMk/>
          <pc:sldMk cId="3057353131" sldId="314"/>
        </pc:sldMkLst>
      </pc:sldChg>
      <pc:sldChg chg="del">
        <pc:chgData name="Hanshu Yu" userId="c9f5ee9c-841a-4a0a-8b54-dd6159def21b" providerId="ADAL" clId="{A9C39190-FAEE-415A-BF9F-4F43A470F5EF}" dt="2025-04-24T09:10:38.931" v="163" actId="47"/>
        <pc:sldMkLst>
          <pc:docMk/>
          <pc:sldMk cId="1965541764" sldId="331"/>
        </pc:sldMkLst>
      </pc:sldChg>
      <pc:sldChg chg="del">
        <pc:chgData name="Hanshu Yu" userId="c9f5ee9c-841a-4a0a-8b54-dd6159def21b" providerId="ADAL" clId="{A9C39190-FAEE-415A-BF9F-4F43A470F5EF}" dt="2025-04-24T09:10:38.931" v="163" actId="47"/>
        <pc:sldMkLst>
          <pc:docMk/>
          <pc:sldMk cId="939822203" sldId="339"/>
        </pc:sldMkLst>
      </pc:sldChg>
      <pc:sldChg chg="del">
        <pc:chgData name="Hanshu Yu" userId="c9f5ee9c-841a-4a0a-8b54-dd6159def21b" providerId="ADAL" clId="{A9C39190-FAEE-415A-BF9F-4F43A470F5EF}" dt="2025-04-24T09:10:38.931" v="163" actId="47"/>
        <pc:sldMkLst>
          <pc:docMk/>
          <pc:sldMk cId="806482061" sldId="344"/>
        </pc:sldMkLst>
      </pc:sldChg>
      <pc:sldChg chg="del">
        <pc:chgData name="Hanshu Yu" userId="c9f5ee9c-841a-4a0a-8b54-dd6159def21b" providerId="ADAL" clId="{A9C39190-FAEE-415A-BF9F-4F43A470F5EF}" dt="2025-04-24T09:10:38.931" v="163" actId="47"/>
        <pc:sldMkLst>
          <pc:docMk/>
          <pc:sldMk cId="1400890794" sldId="346"/>
        </pc:sldMkLst>
      </pc:sldChg>
      <pc:sldChg chg="del">
        <pc:chgData name="Hanshu Yu" userId="c9f5ee9c-841a-4a0a-8b54-dd6159def21b" providerId="ADAL" clId="{A9C39190-FAEE-415A-BF9F-4F43A470F5EF}" dt="2025-04-24T09:10:38.931" v="163" actId="47"/>
        <pc:sldMkLst>
          <pc:docMk/>
          <pc:sldMk cId="2088527996" sldId="347"/>
        </pc:sldMkLst>
      </pc:sldChg>
      <pc:sldChg chg="del">
        <pc:chgData name="Hanshu Yu" userId="c9f5ee9c-841a-4a0a-8b54-dd6159def21b" providerId="ADAL" clId="{A9C39190-FAEE-415A-BF9F-4F43A470F5EF}" dt="2025-04-24T09:10:38.931" v="163" actId="47"/>
        <pc:sldMkLst>
          <pc:docMk/>
          <pc:sldMk cId="1355556957" sldId="348"/>
        </pc:sldMkLst>
      </pc:sldChg>
      <pc:sldChg chg="del">
        <pc:chgData name="Hanshu Yu" userId="c9f5ee9c-841a-4a0a-8b54-dd6159def21b" providerId="ADAL" clId="{A9C39190-FAEE-415A-BF9F-4F43A470F5EF}" dt="2025-04-24T09:10:38.931" v="163" actId="47"/>
        <pc:sldMkLst>
          <pc:docMk/>
          <pc:sldMk cId="3334675410" sldId="349"/>
        </pc:sldMkLst>
      </pc:sldChg>
      <pc:sldChg chg="del">
        <pc:chgData name="Hanshu Yu" userId="c9f5ee9c-841a-4a0a-8b54-dd6159def21b" providerId="ADAL" clId="{A9C39190-FAEE-415A-BF9F-4F43A470F5EF}" dt="2025-04-24T09:10:38.931" v="163" actId="47"/>
        <pc:sldMkLst>
          <pc:docMk/>
          <pc:sldMk cId="1985033601" sldId="352"/>
        </pc:sldMkLst>
      </pc:sldChg>
      <pc:sldChg chg="del">
        <pc:chgData name="Hanshu Yu" userId="c9f5ee9c-841a-4a0a-8b54-dd6159def21b" providerId="ADAL" clId="{A9C39190-FAEE-415A-BF9F-4F43A470F5EF}" dt="2025-04-24T09:10:38.931" v="163" actId="47"/>
        <pc:sldMkLst>
          <pc:docMk/>
          <pc:sldMk cId="3184691223" sldId="354"/>
        </pc:sldMkLst>
      </pc:sldChg>
      <pc:sldChg chg="del">
        <pc:chgData name="Hanshu Yu" userId="c9f5ee9c-841a-4a0a-8b54-dd6159def21b" providerId="ADAL" clId="{A9C39190-FAEE-415A-BF9F-4F43A470F5EF}" dt="2025-04-24T09:10:38.931" v="163" actId="47"/>
        <pc:sldMkLst>
          <pc:docMk/>
          <pc:sldMk cId="267875828" sldId="355"/>
        </pc:sldMkLst>
      </pc:sldChg>
      <pc:sldChg chg="del">
        <pc:chgData name="Hanshu Yu" userId="c9f5ee9c-841a-4a0a-8b54-dd6159def21b" providerId="ADAL" clId="{A9C39190-FAEE-415A-BF9F-4F43A470F5EF}" dt="2025-04-24T09:10:38.931" v="163" actId="47"/>
        <pc:sldMkLst>
          <pc:docMk/>
          <pc:sldMk cId="1594304055" sldId="356"/>
        </pc:sldMkLst>
      </pc:sldChg>
      <pc:sldChg chg="del">
        <pc:chgData name="Hanshu Yu" userId="c9f5ee9c-841a-4a0a-8b54-dd6159def21b" providerId="ADAL" clId="{A9C39190-FAEE-415A-BF9F-4F43A470F5EF}" dt="2025-04-24T09:10:38.931" v="163" actId="47"/>
        <pc:sldMkLst>
          <pc:docMk/>
          <pc:sldMk cId="2664326882" sldId="357"/>
        </pc:sldMkLst>
      </pc:sldChg>
      <pc:sldChg chg="del">
        <pc:chgData name="Hanshu Yu" userId="c9f5ee9c-841a-4a0a-8b54-dd6159def21b" providerId="ADAL" clId="{A9C39190-FAEE-415A-BF9F-4F43A470F5EF}" dt="2025-04-24T09:10:38.931" v="163" actId="47"/>
        <pc:sldMkLst>
          <pc:docMk/>
          <pc:sldMk cId="3626037084" sldId="363"/>
        </pc:sldMkLst>
      </pc:sldChg>
      <pc:sldChg chg="del">
        <pc:chgData name="Hanshu Yu" userId="c9f5ee9c-841a-4a0a-8b54-dd6159def21b" providerId="ADAL" clId="{A9C39190-FAEE-415A-BF9F-4F43A470F5EF}" dt="2025-04-24T09:10:38.931" v="163" actId="47"/>
        <pc:sldMkLst>
          <pc:docMk/>
          <pc:sldMk cId="4077201853" sldId="364"/>
        </pc:sldMkLst>
      </pc:sldChg>
      <pc:sldChg chg="del">
        <pc:chgData name="Hanshu Yu" userId="c9f5ee9c-841a-4a0a-8b54-dd6159def21b" providerId="ADAL" clId="{A9C39190-FAEE-415A-BF9F-4F43A470F5EF}" dt="2025-04-24T09:10:38.931" v="163" actId="47"/>
        <pc:sldMkLst>
          <pc:docMk/>
          <pc:sldMk cId="1020520906" sldId="365"/>
        </pc:sldMkLst>
      </pc:sldChg>
      <pc:sldChg chg="del">
        <pc:chgData name="Hanshu Yu" userId="c9f5ee9c-841a-4a0a-8b54-dd6159def21b" providerId="ADAL" clId="{A9C39190-FAEE-415A-BF9F-4F43A470F5EF}" dt="2025-04-24T09:10:38.931" v="163" actId="47"/>
        <pc:sldMkLst>
          <pc:docMk/>
          <pc:sldMk cId="310079466" sldId="366"/>
        </pc:sldMkLst>
      </pc:sldChg>
      <pc:sldChg chg="del">
        <pc:chgData name="Hanshu Yu" userId="c9f5ee9c-841a-4a0a-8b54-dd6159def21b" providerId="ADAL" clId="{A9C39190-FAEE-415A-BF9F-4F43A470F5EF}" dt="2025-04-24T09:10:38.931" v="163" actId="47"/>
        <pc:sldMkLst>
          <pc:docMk/>
          <pc:sldMk cId="4131861245" sldId="367"/>
        </pc:sldMkLst>
      </pc:sldChg>
      <pc:sldChg chg="del">
        <pc:chgData name="Hanshu Yu" userId="c9f5ee9c-841a-4a0a-8b54-dd6159def21b" providerId="ADAL" clId="{A9C39190-FAEE-415A-BF9F-4F43A470F5EF}" dt="2025-04-24T09:10:38.931" v="163" actId="47"/>
        <pc:sldMkLst>
          <pc:docMk/>
          <pc:sldMk cId="3844161143" sldId="368"/>
        </pc:sldMkLst>
      </pc:sldChg>
      <pc:sldChg chg="del">
        <pc:chgData name="Hanshu Yu" userId="c9f5ee9c-841a-4a0a-8b54-dd6159def21b" providerId="ADAL" clId="{A9C39190-FAEE-415A-BF9F-4F43A470F5EF}" dt="2025-04-24T09:10:38.931" v="163" actId="47"/>
        <pc:sldMkLst>
          <pc:docMk/>
          <pc:sldMk cId="2962490529" sldId="369"/>
        </pc:sldMkLst>
      </pc:sldChg>
      <pc:sldChg chg="del">
        <pc:chgData name="Hanshu Yu" userId="c9f5ee9c-841a-4a0a-8b54-dd6159def21b" providerId="ADAL" clId="{A9C39190-FAEE-415A-BF9F-4F43A470F5EF}" dt="2025-04-24T09:10:38.931" v="163" actId="47"/>
        <pc:sldMkLst>
          <pc:docMk/>
          <pc:sldMk cId="446340396" sldId="370"/>
        </pc:sldMkLst>
      </pc:sldChg>
      <pc:sldChg chg="del">
        <pc:chgData name="Hanshu Yu" userId="c9f5ee9c-841a-4a0a-8b54-dd6159def21b" providerId="ADAL" clId="{A9C39190-FAEE-415A-BF9F-4F43A470F5EF}" dt="2025-04-24T09:10:38.931" v="163" actId="47"/>
        <pc:sldMkLst>
          <pc:docMk/>
          <pc:sldMk cId="1287183074" sldId="371"/>
        </pc:sldMkLst>
      </pc:sldChg>
      <pc:sldChg chg="del">
        <pc:chgData name="Hanshu Yu" userId="c9f5ee9c-841a-4a0a-8b54-dd6159def21b" providerId="ADAL" clId="{A9C39190-FAEE-415A-BF9F-4F43A470F5EF}" dt="2025-04-24T09:10:38.931" v="163" actId="47"/>
        <pc:sldMkLst>
          <pc:docMk/>
          <pc:sldMk cId="266528053" sldId="372"/>
        </pc:sldMkLst>
      </pc:sldChg>
      <pc:sldChg chg="del">
        <pc:chgData name="Hanshu Yu" userId="c9f5ee9c-841a-4a0a-8b54-dd6159def21b" providerId="ADAL" clId="{A9C39190-FAEE-415A-BF9F-4F43A470F5EF}" dt="2025-04-24T09:10:38.931" v="163" actId="47"/>
        <pc:sldMkLst>
          <pc:docMk/>
          <pc:sldMk cId="366449492" sldId="373"/>
        </pc:sldMkLst>
      </pc:sldChg>
      <pc:sldChg chg="del">
        <pc:chgData name="Hanshu Yu" userId="c9f5ee9c-841a-4a0a-8b54-dd6159def21b" providerId="ADAL" clId="{A9C39190-FAEE-415A-BF9F-4F43A470F5EF}" dt="2025-04-24T09:10:38.931" v="163" actId="47"/>
        <pc:sldMkLst>
          <pc:docMk/>
          <pc:sldMk cId="408468929" sldId="374"/>
        </pc:sldMkLst>
      </pc:sldChg>
      <pc:sldChg chg="del">
        <pc:chgData name="Hanshu Yu" userId="c9f5ee9c-841a-4a0a-8b54-dd6159def21b" providerId="ADAL" clId="{A9C39190-FAEE-415A-BF9F-4F43A470F5EF}" dt="2025-04-24T09:10:38.931" v="163" actId="47"/>
        <pc:sldMkLst>
          <pc:docMk/>
          <pc:sldMk cId="2325856297" sldId="375"/>
        </pc:sldMkLst>
      </pc:sldChg>
      <pc:sldChg chg="del">
        <pc:chgData name="Hanshu Yu" userId="c9f5ee9c-841a-4a0a-8b54-dd6159def21b" providerId="ADAL" clId="{A9C39190-FAEE-415A-BF9F-4F43A470F5EF}" dt="2025-04-24T09:10:38.931" v="163" actId="47"/>
        <pc:sldMkLst>
          <pc:docMk/>
          <pc:sldMk cId="676618025" sldId="376"/>
        </pc:sldMkLst>
      </pc:sldChg>
      <pc:sldChg chg="del">
        <pc:chgData name="Hanshu Yu" userId="c9f5ee9c-841a-4a0a-8b54-dd6159def21b" providerId="ADAL" clId="{A9C39190-FAEE-415A-BF9F-4F43A470F5EF}" dt="2025-04-24T09:10:38.931" v="163" actId="47"/>
        <pc:sldMkLst>
          <pc:docMk/>
          <pc:sldMk cId="4111139981" sldId="377"/>
        </pc:sldMkLst>
      </pc:sldChg>
      <pc:sldChg chg="del">
        <pc:chgData name="Hanshu Yu" userId="c9f5ee9c-841a-4a0a-8b54-dd6159def21b" providerId="ADAL" clId="{A9C39190-FAEE-415A-BF9F-4F43A470F5EF}" dt="2025-04-24T09:10:38.931" v="163" actId="47"/>
        <pc:sldMkLst>
          <pc:docMk/>
          <pc:sldMk cId="1148147294" sldId="378"/>
        </pc:sldMkLst>
      </pc:sldChg>
      <pc:sldChg chg="del">
        <pc:chgData name="Hanshu Yu" userId="c9f5ee9c-841a-4a0a-8b54-dd6159def21b" providerId="ADAL" clId="{A9C39190-FAEE-415A-BF9F-4F43A470F5EF}" dt="2025-04-24T09:10:38.931" v="163" actId="47"/>
        <pc:sldMkLst>
          <pc:docMk/>
          <pc:sldMk cId="3928954668" sldId="379"/>
        </pc:sldMkLst>
      </pc:sldChg>
    </pc:docChg>
  </pc:docChgLst>
  <pc:docChgLst>
    <pc:chgData name="Hanshu Yu" userId="c9f5ee9c-841a-4a0a-8b54-dd6159def21b" providerId="ADAL" clId="{43009EF8-0275-468C-A06E-005C48926363}"/>
    <pc:docChg chg="addSld modSld">
      <pc:chgData name="Hanshu Yu" userId="c9f5ee9c-841a-4a0a-8b54-dd6159def21b" providerId="ADAL" clId="{43009EF8-0275-468C-A06E-005C48926363}" dt="2025-05-11T14:35:30.137" v="695" actId="14100"/>
      <pc:docMkLst>
        <pc:docMk/>
      </pc:docMkLst>
      <pc:sldChg chg="modSp mod">
        <pc:chgData name="Hanshu Yu" userId="c9f5ee9c-841a-4a0a-8b54-dd6159def21b" providerId="ADAL" clId="{43009EF8-0275-468C-A06E-005C48926363}" dt="2025-05-11T14:35:30.137" v="695" actId="14100"/>
        <pc:sldMkLst>
          <pc:docMk/>
          <pc:sldMk cId="1331024234" sldId="283"/>
        </pc:sldMkLst>
        <pc:spChg chg="mod">
          <ac:chgData name="Hanshu Yu" userId="c9f5ee9c-841a-4a0a-8b54-dd6159def21b" providerId="ADAL" clId="{43009EF8-0275-468C-A06E-005C48926363}" dt="2025-05-11T13:53:08.921" v="17" actId="20577"/>
          <ac:spMkLst>
            <pc:docMk/>
            <pc:sldMk cId="1331024234" sldId="283"/>
            <ac:spMk id="2" creationId="{018BEAEF-EBBE-482C-877E-2F5EF75E139E}"/>
          </ac:spMkLst>
        </pc:spChg>
        <pc:spChg chg="mod">
          <ac:chgData name="Hanshu Yu" userId="c9f5ee9c-841a-4a0a-8b54-dd6159def21b" providerId="ADAL" clId="{43009EF8-0275-468C-A06E-005C48926363}" dt="2025-05-11T14:35:30.137" v="695" actId="14100"/>
          <ac:spMkLst>
            <pc:docMk/>
            <pc:sldMk cId="1331024234" sldId="283"/>
            <ac:spMk id="9" creationId="{A3727DDD-B531-4062-8269-89962BAA87B7}"/>
          </ac:spMkLst>
        </pc:spChg>
      </pc:sldChg>
      <pc:sldChg chg="add">
        <pc:chgData name="Hanshu Yu" userId="c9f5ee9c-841a-4a0a-8b54-dd6159def21b" providerId="ADAL" clId="{43009EF8-0275-468C-A06E-005C48926363}" dt="2025-05-11T13:53:02.976" v="0"/>
        <pc:sldMkLst>
          <pc:docMk/>
          <pc:sldMk cId="3420483991" sldId="297"/>
        </pc:sldMkLst>
      </pc:sldChg>
    </pc:docChg>
  </pc:docChgLst>
  <pc:docChgLst>
    <pc:chgData name="Hanshu Yu" userId="c9f5ee9c-841a-4a0a-8b54-dd6159def21b" providerId="ADAL" clId="{D1384A9D-2738-4617-BDFA-1C952971A27B}"/>
    <pc:docChg chg="undo custSel addSld modSld">
      <pc:chgData name="Hanshu Yu" userId="c9f5ee9c-841a-4a0a-8b54-dd6159def21b" providerId="ADAL" clId="{D1384A9D-2738-4617-BDFA-1C952971A27B}" dt="2025-08-11T09:40:31.372" v="507" actId="20577"/>
      <pc:docMkLst>
        <pc:docMk/>
      </pc:docMkLst>
      <pc:sldChg chg="modSp mod">
        <pc:chgData name="Hanshu Yu" userId="c9f5ee9c-841a-4a0a-8b54-dd6159def21b" providerId="ADAL" clId="{D1384A9D-2738-4617-BDFA-1C952971A27B}" dt="2025-08-11T09:40:31.372" v="507" actId="20577"/>
        <pc:sldMkLst>
          <pc:docMk/>
          <pc:sldMk cId="1335177163" sldId="337"/>
        </pc:sldMkLst>
        <pc:spChg chg="mod">
          <ac:chgData name="Hanshu Yu" userId="c9f5ee9c-841a-4a0a-8b54-dd6159def21b" providerId="ADAL" clId="{D1384A9D-2738-4617-BDFA-1C952971A27B}" dt="2025-08-11T09:40:01.639" v="475" actId="20577"/>
          <ac:spMkLst>
            <pc:docMk/>
            <pc:sldMk cId="1335177163" sldId="337"/>
            <ac:spMk id="2" creationId="{018BEAEF-EBBE-482C-877E-2F5EF75E139E}"/>
          </ac:spMkLst>
        </pc:spChg>
        <pc:spChg chg="mod">
          <ac:chgData name="Hanshu Yu" userId="c9f5ee9c-841a-4a0a-8b54-dd6159def21b" providerId="ADAL" clId="{D1384A9D-2738-4617-BDFA-1C952971A27B}" dt="2025-08-11T09:40:31.372" v="507" actId="20577"/>
          <ac:spMkLst>
            <pc:docMk/>
            <pc:sldMk cId="1335177163" sldId="337"/>
            <ac:spMk id="3" creationId="{48333EED-0BEF-458B-B8D4-2AD1A16FFEBE}"/>
          </ac:spMkLst>
        </pc:spChg>
      </pc:sldChg>
      <pc:sldChg chg="modSp add mod">
        <pc:chgData name="Hanshu Yu" userId="c9f5ee9c-841a-4a0a-8b54-dd6159def21b" providerId="ADAL" clId="{D1384A9D-2738-4617-BDFA-1C952971A27B}" dt="2025-08-11T09:39:50.332" v="464" actId="15"/>
        <pc:sldMkLst>
          <pc:docMk/>
          <pc:sldMk cId="1157991044" sldId="338"/>
        </pc:sldMkLst>
        <pc:spChg chg="mod">
          <ac:chgData name="Hanshu Yu" userId="c9f5ee9c-841a-4a0a-8b54-dd6159def21b" providerId="ADAL" clId="{D1384A9D-2738-4617-BDFA-1C952971A27B}" dt="2025-08-11T09:35:43.777" v="8" actId="20577"/>
          <ac:spMkLst>
            <pc:docMk/>
            <pc:sldMk cId="1157991044" sldId="338"/>
            <ac:spMk id="2" creationId="{018BEAEF-EBBE-482C-877E-2F5EF75E139E}"/>
          </ac:spMkLst>
        </pc:spChg>
        <pc:spChg chg="mod">
          <ac:chgData name="Hanshu Yu" userId="c9f5ee9c-841a-4a0a-8b54-dd6159def21b" providerId="ADAL" clId="{D1384A9D-2738-4617-BDFA-1C952971A27B}" dt="2025-08-11T09:39:50.332" v="464" actId="15"/>
          <ac:spMkLst>
            <pc:docMk/>
            <pc:sldMk cId="1157991044" sldId="338"/>
            <ac:spMk id="3" creationId="{48333EED-0BEF-458B-B8D4-2AD1A16FFEBE}"/>
          </ac:spMkLst>
        </pc:spChg>
      </pc:sldChg>
    </pc:docChg>
  </pc:docChgLst>
  <pc:docChgLst>
    <pc:chgData name="Hanshu Yu" userId="c9f5ee9c-841a-4a0a-8b54-dd6159def21b" providerId="ADAL" clId="{8846E040-1D5E-42FE-B39E-D5A4FE6DE023}"/>
    <pc:docChg chg="custSel addSld modSld">
      <pc:chgData name="Hanshu Yu" userId="c9f5ee9c-841a-4a0a-8b54-dd6159def21b" providerId="ADAL" clId="{8846E040-1D5E-42FE-B39E-D5A4FE6DE023}" dt="2025-07-09T08:06:22.481" v="365" actId="1076"/>
      <pc:docMkLst>
        <pc:docMk/>
      </pc:docMkLst>
      <pc:sldChg chg="modSp mod">
        <pc:chgData name="Hanshu Yu" userId="c9f5ee9c-841a-4a0a-8b54-dd6159def21b" providerId="ADAL" clId="{8846E040-1D5E-42FE-B39E-D5A4FE6DE023}" dt="2025-07-09T08:02:48.843" v="181" actId="20577"/>
        <pc:sldMkLst>
          <pc:docMk/>
          <pc:sldMk cId="1688976960" sldId="308"/>
        </pc:sldMkLst>
        <pc:spChg chg="mod">
          <ac:chgData name="Hanshu Yu" userId="c9f5ee9c-841a-4a0a-8b54-dd6159def21b" providerId="ADAL" clId="{8846E040-1D5E-42FE-B39E-D5A4FE6DE023}" dt="2025-07-09T08:02:48.843" v="181" actId="20577"/>
          <ac:spMkLst>
            <pc:docMk/>
            <pc:sldMk cId="1688976960" sldId="308"/>
            <ac:spMk id="9" creationId="{A3727DDD-B531-4062-8269-89962BAA87B7}"/>
          </ac:spMkLst>
        </pc:spChg>
      </pc:sldChg>
      <pc:sldChg chg="modSp add mod">
        <pc:chgData name="Hanshu Yu" userId="c9f5ee9c-841a-4a0a-8b54-dd6159def21b" providerId="ADAL" clId="{8846E040-1D5E-42FE-B39E-D5A4FE6DE023}" dt="2025-07-09T08:06:22.481" v="365" actId="1076"/>
        <pc:sldMkLst>
          <pc:docMk/>
          <pc:sldMk cId="4207874986" sldId="316"/>
        </pc:sldMkLst>
        <pc:spChg chg="mod">
          <ac:chgData name="Hanshu Yu" userId="c9f5ee9c-841a-4a0a-8b54-dd6159def21b" providerId="ADAL" clId="{8846E040-1D5E-42FE-B39E-D5A4FE6DE023}" dt="2025-07-09T08:01:38.497" v="126" actId="20577"/>
          <ac:spMkLst>
            <pc:docMk/>
            <pc:sldMk cId="4207874986" sldId="316"/>
            <ac:spMk id="2" creationId="{018BEAEF-EBBE-482C-877E-2F5EF75E139E}"/>
          </ac:spMkLst>
        </pc:spChg>
        <pc:spChg chg="mod">
          <ac:chgData name="Hanshu Yu" userId="c9f5ee9c-841a-4a0a-8b54-dd6159def21b" providerId="ADAL" clId="{8846E040-1D5E-42FE-B39E-D5A4FE6DE023}" dt="2025-07-09T08:06:22.481" v="365" actId="1076"/>
          <ac:spMkLst>
            <pc:docMk/>
            <pc:sldMk cId="4207874986" sldId="316"/>
            <ac:spMk id="9" creationId="{A3727DDD-B531-4062-8269-89962BAA87B7}"/>
          </ac:spMkLst>
        </pc:spChg>
      </pc:sldChg>
    </pc:docChg>
  </pc:docChgLst>
  <pc:docChgLst>
    <pc:chgData name="Hanshu Yu" userId="c9f5ee9c-841a-4a0a-8b54-dd6159def21b" providerId="ADAL" clId="{92D552B4-D306-402D-A03B-19C82508E864}"/>
    <pc:docChg chg="undo custSel addSld delSld modSld sldOrd">
      <pc:chgData name="Hanshu Yu" userId="c9f5ee9c-841a-4a0a-8b54-dd6159def21b" providerId="ADAL" clId="{92D552B4-D306-402D-A03B-19C82508E864}" dt="2025-05-06T10:25:57.717" v="781"/>
      <pc:docMkLst>
        <pc:docMk/>
      </pc:docMkLst>
      <pc:sldChg chg="add del">
        <pc:chgData name="Hanshu Yu" userId="c9f5ee9c-841a-4a0a-8b54-dd6159def21b" providerId="ADAL" clId="{92D552B4-D306-402D-A03B-19C82508E864}" dt="2025-05-06T09:19:53.355" v="567" actId="47"/>
        <pc:sldMkLst>
          <pc:docMk/>
          <pc:sldMk cId="2347022764" sldId="273"/>
        </pc:sldMkLst>
      </pc:sldChg>
      <pc:sldChg chg="addSp delSp modSp mod">
        <pc:chgData name="Hanshu Yu" userId="c9f5ee9c-841a-4a0a-8b54-dd6159def21b" providerId="ADAL" clId="{92D552B4-D306-402D-A03B-19C82508E864}" dt="2025-05-06T08:23:57.656" v="192" actId="1076"/>
        <pc:sldMkLst>
          <pc:docMk/>
          <pc:sldMk cId="2159666353" sldId="279"/>
        </pc:sldMkLst>
        <pc:spChg chg="del mod">
          <ac:chgData name="Hanshu Yu" userId="c9f5ee9c-841a-4a0a-8b54-dd6159def21b" providerId="ADAL" clId="{92D552B4-D306-402D-A03B-19C82508E864}" dt="2025-05-06T08:18:47.618" v="78" actId="478"/>
          <ac:spMkLst>
            <pc:docMk/>
            <pc:sldMk cId="2159666353" sldId="279"/>
            <ac:spMk id="6" creationId="{07F25F20-8ECA-4157-B5C7-9AABF08C3416}"/>
          </ac:spMkLst>
        </pc:spChg>
        <pc:spChg chg="add mod">
          <ac:chgData name="Hanshu Yu" userId="c9f5ee9c-841a-4a0a-8b54-dd6159def21b" providerId="ADAL" clId="{92D552B4-D306-402D-A03B-19C82508E864}" dt="2025-05-06T08:23:57.656" v="192" actId="1076"/>
          <ac:spMkLst>
            <pc:docMk/>
            <pc:sldMk cId="2159666353" sldId="279"/>
            <ac:spMk id="9" creationId="{A3727DDD-B531-4062-8269-89962BAA87B7}"/>
          </ac:spMkLst>
        </pc:spChg>
        <pc:graphicFrameChg chg="add del mod">
          <ac:chgData name="Hanshu Yu" userId="c9f5ee9c-841a-4a0a-8b54-dd6159def21b" providerId="ADAL" clId="{92D552B4-D306-402D-A03B-19C82508E864}" dt="2025-05-06T08:19:19.098" v="80"/>
          <ac:graphicFrameMkLst>
            <pc:docMk/>
            <pc:sldMk cId="2159666353" sldId="279"/>
            <ac:graphicFrameMk id="3" creationId="{8588A7C7-5D01-48FD-9551-6492201718A5}"/>
          </ac:graphicFrameMkLst>
        </pc:graphicFrameChg>
        <pc:picChg chg="add del mod">
          <ac:chgData name="Hanshu Yu" userId="c9f5ee9c-841a-4a0a-8b54-dd6159def21b" providerId="ADAL" clId="{92D552B4-D306-402D-A03B-19C82508E864}" dt="2025-05-06T08:20:18.146" v="84" actId="478"/>
          <ac:picMkLst>
            <pc:docMk/>
            <pc:sldMk cId="2159666353" sldId="279"/>
            <ac:picMk id="5" creationId="{2128400B-0B4D-4C2E-8301-FD57A03138D8}"/>
          </ac:picMkLst>
        </pc:picChg>
        <pc:picChg chg="add mod">
          <ac:chgData name="Hanshu Yu" userId="c9f5ee9c-841a-4a0a-8b54-dd6159def21b" providerId="ADAL" clId="{92D552B4-D306-402D-A03B-19C82508E864}" dt="2025-05-06T08:20:44.058" v="88" actId="1076"/>
          <ac:picMkLst>
            <pc:docMk/>
            <pc:sldMk cId="2159666353" sldId="279"/>
            <ac:picMk id="8" creationId="{EE0E7F1F-78C7-4C2E-8937-B8700053C496}"/>
          </ac:picMkLst>
        </pc:picChg>
      </pc:sldChg>
      <pc:sldChg chg="modSp mod">
        <pc:chgData name="Hanshu Yu" userId="c9f5ee9c-841a-4a0a-8b54-dd6159def21b" providerId="ADAL" clId="{92D552B4-D306-402D-A03B-19C82508E864}" dt="2025-05-06T08:18:28.058" v="76" actId="404"/>
        <pc:sldMkLst>
          <pc:docMk/>
          <pc:sldMk cId="1506452996" sldId="280"/>
        </pc:sldMkLst>
        <pc:spChg chg="mod">
          <ac:chgData name="Hanshu Yu" userId="c9f5ee9c-841a-4a0a-8b54-dd6159def21b" providerId="ADAL" clId="{92D552B4-D306-402D-A03B-19C82508E864}" dt="2025-05-06T08:17:58.816" v="51" actId="20577"/>
          <ac:spMkLst>
            <pc:docMk/>
            <pc:sldMk cId="1506452996" sldId="280"/>
            <ac:spMk id="2" creationId="{3E65E732-564D-4EC8-B304-7539BCB0E1D0}"/>
          </ac:spMkLst>
        </pc:spChg>
        <pc:spChg chg="mod">
          <ac:chgData name="Hanshu Yu" userId="c9f5ee9c-841a-4a0a-8b54-dd6159def21b" providerId="ADAL" clId="{92D552B4-D306-402D-A03B-19C82508E864}" dt="2025-05-06T08:18:28.058" v="76" actId="404"/>
          <ac:spMkLst>
            <pc:docMk/>
            <pc:sldMk cId="1506452996" sldId="280"/>
            <ac:spMk id="3" creationId="{8FEB20D8-9BC0-4B42-A6AB-CBB74119BCA1}"/>
          </ac:spMkLst>
        </pc:spChg>
      </pc:sldChg>
      <pc:sldChg chg="delSp modSp add mod">
        <pc:chgData name="Hanshu Yu" userId="c9f5ee9c-841a-4a0a-8b54-dd6159def21b" providerId="ADAL" clId="{92D552B4-D306-402D-A03B-19C82508E864}" dt="2025-05-06T08:28:19.616" v="504" actId="20577"/>
        <pc:sldMkLst>
          <pc:docMk/>
          <pc:sldMk cId="1331024234" sldId="283"/>
        </pc:sldMkLst>
        <pc:spChg chg="mod">
          <ac:chgData name="Hanshu Yu" userId="c9f5ee9c-841a-4a0a-8b54-dd6159def21b" providerId="ADAL" clId="{92D552B4-D306-402D-A03B-19C82508E864}" dt="2025-05-06T08:25:06.355" v="204" actId="20577"/>
          <ac:spMkLst>
            <pc:docMk/>
            <pc:sldMk cId="1331024234" sldId="283"/>
            <ac:spMk id="2" creationId="{018BEAEF-EBBE-482C-877E-2F5EF75E139E}"/>
          </ac:spMkLst>
        </pc:spChg>
        <pc:spChg chg="mod">
          <ac:chgData name="Hanshu Yu" userId="c9f5ee9c-841a-4a0a-8b54-dd6159def21b" providerId="ADAL" clId="{92D552B4-D306-402D-A03B-19C82508E864}" dt="2025-05-06T08:28:19.616" v="504" actId="20577"/>
          <ac:spMkLst>
            <pc:docMk/>
            <pc:sldMk cId="1331024234" sldId="283"/>
            <ac:spMk id="9" creationId="{A3727DDD-B531-4062-8269-89962BAA87B7}"/>
          </ac:spMkLst>
        </pc:spChg>
        <pc:picChg chg="del">
          <ac:chgData name="Hanshu Yu" userId="c9f5ee9c-841a-4a0a-8b54-dd6159def21b" providerId="ADAL" clId="{92D552B4-D306-402D-A03B-19C82508E864}" dt="2025-05-06T08:24:59.058" v="194" actId="478"/>
          <ac:picMkLst>
            <pc:docMk/>
            <pc:sldMk cId="1331024234" sldId="283"/>
            <ac:picMk id="8" creationId="{EE0E7F1F-78C7-4C2E-8937-B8700053C496}"/>
          </ac:picMkLst>
        </pc:picChg>
      </pc:sldChg>
      <pc:sldChg chg="modSp add mod">
        <pc:chgData name="Hanshu Yu" userId="c9f5ee9c-841a-4a0a-8b54-dd6159def21b" providerId="ADAL" clId="{92D552B4-D306-402D-A03B-19C82508E864}" dt="2025-05-06T09:41:32.995" v="598" actId="20577"/>
        <pc:sldMkLst>
          <pc:docMk/>
          <pc:sldMk cId="3474075859" sldId="284"/>
        </pc:sldMkLst>
        <pc:spChg chg="mod">
          <ac:chgData name="Hanshu Yu" userId="c9f5ee9c-841a-4a0a-8b54-dd6159def21b" providerId="ADAL" clId="{92D552B4-D306-402D-A03B-19C82508E864}" dt="2025-05-06T09:41:32.995" v="598" actId="20577"/>
          <ac:spMkLst>
            <pc:docMk/>
            <pc:sldMk cId="3474075859" sldId="284"/>
            <ac:spMk id="2" creationId="{018BEAEF-EBBE-482C-877E-2F5EF75E139E}"/>
          </ac:spMkLst>
        </pc:spChg>
        <pc:spChg chg="mod">
          <ac:chgData name="Hanshu Yu" userId="c9f5ee9c-841a-4a0a-8b54-dd6159def21b" providerId="ADAL" clId="{92D552B4-D306-402D-A03B-19C82508E864}" dt="2025-05-06T09:19:34.944" v="540" actId="403"/>
          <ac:spMkLst>
            <pc:docMk/>
            <pc:sldMk cId="3474075859" sldId="284"/>
            <ac:spMk id="9" creationId="{A3727DDD-B531-4062-8269-89962BAA87B7}"/>
          </ac:spMkLst>
        </pc:spChg>
      </pc:sldChg>
      <pc:sldChg chg="modSp add mod ord">
        <pc:chgData name="Hanshu Yu" userId="c9f5ee9c-841a-4a0a-8b54-dd6159def21b" providerId="ADAL" clId="{92D552B4-D306-402D-A03B-19C82508E864}" dt="2025-05-06T10:02:33.286" v="775" actId="1076"/>
        <pc:sldMkLst>
          <pc:docMk/>
          <pc:sldMk cId="1302496436" sldId="285"/>
        </pc:sldMkLst>
        <pc:spChg chg="mod">
          <ac:chgData name="Hanshu Yu" userId="c9f5ee9c-841a-4a0a-8b54-dd6159def21b" providerId="ADAL" clId="{92D552B4-D306-402D-A03B-19C82508E864}" dt="2025-05-06T10:01:30.858" v="685" actId="20577"/>
          <ac:spMkLst>
            <pc:docMk/>
            <pc:sldMk cId="1302496436" sldId="285"/>
            <ac:spMk id="2" creationId="{018BEAEF-EBBE-482C-877E-2F5EF75E139E}"/>
          </ac:spMkLst>
        </pc:spChg>
        <pc:spChg chg="mod">
          <ac:chgData name="Hanshu Yu" userId="c9f5ee9c-841a-4a0a-8b54-dd6159def21b" providerId="ADAL" clId="{92D552B4-D306-402D-A03B-19C82508E864}" dt="2025-05-06T10:02:33.286" v="775" actId="1076"/>
          <ac:spMkLst>
            <pc:docMk/>
            <pc:sldMk cId="1302496436" sldId="285"/>
            <ac:spMk id="9" creationId="{A3727DDD-B531-4062-8269-89962BAA87B7}"/>
          </ac:spMkLst>
        </pc:spChg>
      </pc:sldChg>
      <pc:sldChg chg="addSp delSp modSp add mod">
        <pc:chgData name="Hanshu Yu" userId="c9f5ee9c-841a-4a0a-8b54-dd6159def21b" providerId="ADAL" clId="{92D552B4-D306-402D-A03B-19C82508E864}" dt="2025-05-06T10:25:52.798" v="780" actId="22"/>
        <pc:sldMkLst>
          <pc:docMk/>
          <pc:sldMk cId="134165438" sldId="286"/>
        </pc:sldMkLst>
        <pc:spChg chg="add del">
          <ac:chgData name="Hanshu Yu" userId="c9f5ee9c-841a-4a0a-8b54-dd6159def21b" providerId="ADAL" clId="{92D552B4-D306-402D-A03B-19C82508E864}" dt="2025-05-06T10:25:52.798" v="780" actId="22"/>
          <ac:spMkLst>
            <pc:docMk/>
            <pc:sldMk cId="134165438" sldId="286"/>
            <ac:spMk id="5" creationId="{A0F7C8BB-C536-47A8-B86C-6A772397A32F}"/>
          </ac:spMkLst>
        </pc:spChg>
        <pc:spChg chg="mod">
          <ac:chgData name="Hanshu Yu" userId="c9f5ee9c-841a-4a0a-8b54-dd6159def21b" providerId="ADAL" clId="{92D552B4-D306-402D-A03B-19C82508E864}" dt="2025-05-06T10:02:43.113" v="778" actId="14100"/>
          <ac:spMkLst>
            <pc:docMk/>
            <pc:sldMk cId="134165438" sldId="286"/>
            <ac:spMk id="9" creationId="{A3727DDD-B531-4062-8269-89962BAA87B7}"/>
          </ac:spMkLst>
        </pc:spChg>
      </pc:sldChg>
      <pc:sldChg chg="add">
        <pc:chgData name="Hanshu Yu" userId="c9f5ee9c-841a-4a0a-8b54-dd6159def21b" providerId="ADAL" clId="{92D552B4-D306-402D-A03B-19C82508E864}" dt="2025-05-06T10:25:57.717" v="781"/>
        <pc:sldMkLst>
          <pc:docMk/>
          <pc:sldMk cId="3943862041" sldId="287"/>
        </pc:sldMkLst>
      </pc:sldChg>
      <pc:sldMasterChg chg="delSldLayout">
        <pc:chgData name="Hanshu Yu" userId="c9f5ee9c-841a-4a0a-8b54-dd6159def21b" providerId="ADAL" clId="{92D552B4-D306-402D-A03B-19C82508E864}" dt="2025-05-06T09:19:53.355" v="567" actId="47"/>
        <pc:sldMasterMkLst>
          <pc:docMk/>
          <pc:sldMasterMk cId="110748324" sldId="2147483648"/>
        </pc:sldMasterMkLst>
        <pc:sldLayoutChg chg="del">
          <pc:chgData name="Hanshu Yu" userId="c9f5ee9c-841a-4a0a-8b54-dd6159def21b" providerId="ADAL" clId="{92D552B4-D306-402D-A03B-19C82508E864}" dt="2025-05-06T09:19:53.355" v="567" actId="47"/>
          <pc:sldLayoutMkLst>
            <pc:docMk/>
            <pc:sldMasterMk cId="110748324" sldId="2147483648"/>
            <pc:sldLayoutMk cId="2984893708" sldId="2147483686"/>
          </pc:sldLayoutMkLst>
        </pc:sldLayoutChg>
      </pc:sldMasterChg>
    </pc:docChg>
  </pc:docChgLst>
  <pc:docChgLst>
    <pc:chgData name="Hanshu Yu" userId="c9f5ee9c-841a-4a0a-8b54-dd6159def21b" providerId="ADAL" clId="{91548B0D-CF10-472B-8CD5-AF7E73CD000C}"/>
    <pc:docChg chg="custSel delSld modSld">
      <pc:chgData name="Hanshu Yu" userId="c9f5ee9c-841a-4a0a-8b54-dd6159def21b" providerId="ADAL" clId="{91548B0D-CF10-472B-8CD5-AF7E73CD000C}" dt="2025-07-15T06:22:28.077" v="351" actId="20577"/>
      <pc:docMkLst>
        <pc:docMk/>
      </pc:docMkLst>
      <pc:sldChg chg="delSp modSp mod">
        <pc:chgData name="Hanshu Yu" userId="c9f5ee9c-841a-4a0a-8b54-dd6159def21b" providerId="ADAL" clId="{91548B0D-CF10-472B-8CD5-AF7E73CD000C}" dt="2025-07-15T06:18:01.636" v="234" actId="20577"/>
        <pc:sldMkLst>
          <pc:docMk/>
          <pc:sldMk cId="2159666353" sldId="279"/>
        </pc:sldMkLst>
        <pc:spChg chg="del">
          <ac:chgData name="Hanshu Yu" userId="c9f5ee9c-841a-4a0a-8b54-dd6159def21b" providerId="ADAL" clId="{91548B0D-CF10-472B-8CD5-AF7E73CD000C}" dt="2025-07-15T06:13:27.811" v="65" actId="478"/>
          <ac:spMkLst>
            <pc:docMk/>
            <pc:sldMk cId="2159666353" sldId="279"/>
            <ac:spMk id="5" creationId="{6DEEEB9B-B219-470D-B3DD-4260E1286E9A}"/>
          </ac:spMkLst>
        </pc:spChg>
        <pc:spChg chg="mod">
          <ac:chgData name="Hanshu Yu" userId="c9f5ee9c-841a-4a0a-8b54-dd6159def21b" providerId="ADAL" clId="{91548B0D-CF10-472B-8CD5-AF7E73CD000C}" dt="2025-07-15T06:18:01.636" v="234" actId="20577"/>
          <ac:spMkLst>
            <pc:docMk/>
            <pc:sldMk cId="2159666353" sldId="279"/>
            <ac:spMk id="9" creationId="{A3727DDD-B531-4062-8269-89962BAA87B7}"/>
          </ac:spMkLst>
        </pc:spChg>
        <pc:picChg chg="del">
          <ac:chgData name="Hanshu Yu" userId="c9f5ee9c-841a-4a0a-8b54-dd6159def21b" providerId="ADAL" clId="{91548B0D-CF10-472B-8CD5-AF7E73CD000C}" dt="2025-07-15T06:13:25.536" v="64" actId="478"/>
          <ac:picMkLst>
            <pc:docMk/>
            <pc:sldMk cId="2159666353" sldId="279"/>
            <ac:picMk id="4" creationId="{02F2341E-0164-463A-BDF1-6B2921B6748E}"/>
          </ac:picMkLst>
        </pc:picChg>
      </pc:sldChg>
      <pc:sldChg chg="modSp mod">
        <pc:chgData name="Hanshu Yu" userId="c9f5ee9c-841a-4a0a-8b54-dd6159def21b" providerId="ADAL" clId="{91548B0D-CF10-472B-8CD5-AF7E73CD000C}" dt="2025-07-15T06:13:19.378" v="63" actId="404"/>
        <pc:sldMkLst>
          <pc:docMk/>
          <pc:sldMk cId="1506452996" sldId="280"/>
        </pc:sldMkLst>
        <pc:spChg chg="mod">
          <ac:chgData name="Hanshu Yu" userId="c9f5ee9c-841a-4a0a-8b54-dd6159def21b" providerId="ADAL" clId="{91548B0D-CF10-472B-8CD5-AF7E73CD000C}" dt="2025-07-15T06:13:19.378" v="63" actId="404"/>
          <ac:spMkLst>
            <pc:docMk/>
            <pc:sldMk cId="1506452996" sldId="280"/>
            <ac:spMk id="2" creationId="{3E65E732-564D-4EC8-B304-7539BCB0E1D0}"/>
          </ac:spMkLst>
        </pc:spChg>
      </pc:sldChg>
      <pc:sldChg chg="modSp mod">
        <pc:chgData name="Hanshu Yu" userId="c9f5ee9c-841a-4a0a-8b54-dd6159def21b" providerId="ADAL" clId="{91548B0D-CF10-472B-8CD5-AF7E73CD000C}" dt="2025-07-15T06:22:28.077" v="351" actId="20577"/>
        <pc:sldMkLst>
          <pc:docMk/>
          <pc:sldMk cId="1331024234" sldId="283"/>
        </pc:sldMkLst>
        <pc:spChg chg="mod">
          <ac:chgData name="Hanshu Yu" userId="c9f5ee9c-841a-4a0a-8b54-dd6159def21b" providerId="ADAL" clId="{91548B0D-CF10-472B-8CD5-AF7E73CD000C}" dt="2025-07-15T06:22:28.077" v="351" actId="20577"/>
          <ac:spMkLst>
            <pc:docMk/>
            <pc:sldMk cId="1331024234" sldId="283"/>
            <ac:spMk id="9" creationId="{A3727DDD-B531-4062-8269-89962BAA87B7}"/>
          </ac:spMkLst>
        </pc:spChg>
      </pc:sldChg>
      <pc:sldChg chg="modSp mod">
        <pc:chgData name="Hanshu Yu" userId="c9f5ee9c-841a-4a0a-8b54-dd6159def21b" providerId="ADAL" clId="{91548B0D-CF10-472B-8CD5-AF7E73CD000C}" dt="2025-07-15T06:20:14.607" v="247" actId="20577"/>
        <pc:sldMkLst>
          <pc:docMk/>
          <pc:sldMk cId="3420483991" sldId="297"/>
        </pc:sldMkLst>
        <pc:spChg chg="mod">
          <ac:chgData name="Hanshu Yu" userId="c9f5ee9c-841a-4a0a-8b54-dd6159def21b" providerId="ADAL" clId="{91548B0D-CF10-472B-8CD5-AF7E73CD000C}" dt="2025-07-15T06:19:43.671" v="237" actId="20577"/>
          <ac:spMkLst>
            <pc:docMk/>
            <pc:sldMk cId="3420483991" sldId="297"/>
            <ac:spMk id="2" creationId="{018BEAEF-EBBE-482C-877E-2F5EF75E139E}"/>
          </ac:spMkLst>
        </pc:spChg>
        <pc:spChg chg="mod">
          <ac:chgData name="Hanshu Yu" userId="c9f5ee9c-841a-4a0a-8b54-dd6159def21b" providerId="ADAL" clId="{91548B0D-CF10-472B-8CD5-AF7E73CD000C}" dt="2025-07-15T06:20:14.607" v="247" actId="20577"/>
          <ac:spMkLst>
            <pc:docMk/>
            <pc:sldMk cId="3420483991" sldId="297"/>
            <ac:spMk id="9" creationId="{A3727DDD-B531-4062-8269-89962BAA87B7}"/>
          </ac:spMkLst>
        </pc:spChg>
      </pc:sldChg>
      <pc:sldChg chg="del">
        <pc:chgData name="Hanshu Yu" userId="c9f5ee9c-841a-4a0a-8b54-dd6159def21b" providerId="ADAL" clId="{91548B0D-CF10-472B-8CD5-AF7E73CD000C}" dt="2025-07-15T06:19:32.332" v="235" actId="47"/>
        <pc:sldMkLst>
          <pc:docMk/>
          <pc:sldMk cId="2955219129" sldId="317"/>
        </pc:sldMkLst>
      </pc:sldChg>
      <pc:sldChg chg="del">
        <pc:chgData name="Hanshu Yu" userId="c9f5ee9c-841a-4a0a-8b54-dd6159def21b" providerId="ADAL" clId="{91548B0D-CF10-472B-8CD5-AF7E73CD000C}" dt="2025-07-15T06:19:33.169" v="236" actId="47"/>
        <pc:sldMkLst>
          <pc:docMk/>
          <pc:sldMk cId="3486363785" sldId="318"/>
        </pc:sldMkLst>
      </pc:sldChg>
    </pc:docChg>
  </pc:docChgLst>
  <pc:docChgLst>
    <pc:chgData name="Hanshu Yu" userId="c9f5ee9c-841a-4a0a-8b54-dd6159def21b" providerId="ADAL" clId="{21FADF13-0F54-4F0E-9AB0-94E663A509B9}"/>
    <pc:docChg chg="custSel modSld">
      <pc:chgData name="Hanshu Yu" userId="c9f5ee9c-841a-4a0a-8b54-dd6159def21b" providerId="ADAL" clId="{21FADF13-0F54-4F0E-9AB0-94E663A509B9}" dt="2025-04-24T16:02:29.172" v="5" actId="20577"/>
      <pc:docMkLst>
        <pc:docMk/>
      </pc:docMkLst>
      <pc:sldChg chg="modSp mod">
        <pc:chgData name="Hanshu Yu" userId="c9f5ee9c-841a-4a0a-8b54-dd6159def21b" providerId="ADAL" clId="{21FADF13-0F54-4F0E-9AB0-94E663A509B9}" dt="2025-04-24T16:02:29.172" v="5" actId="20577"/>
        <pc:sldMkLst>
          <pc:docMk/>
          <pc:sldMk cId="660756621" sldId="274"/>
        </pc:sldMkLst>
        <pc:spChg chg="mod">
          <ac:chgData name="Hanshu Yu" userId="c9f5ee9c-841a-4a0a-8b54-dd6159def21b" providerId="ADAL" clId="{21FADF13-0F54-4F0E-9AB0-94E663A509B9}" dt="2025-04-24T16:02:29.172" v="5" actId="20577"/>
          <ac:spMkLst>
            <pc:docMk/>
            <pc:sldMk cId="660756621" sldId="274"/>
            <ac:spMk id="6" creationId="{07F25F20-8ECA-4157-B5C7-9AABF08C3416}"/>
          </ac:spMkLst>
        </pc:spChg>
      </pc:sldChg>
    </pc:docChg>
  </pc:docChgLst>
  <pc:docChgLst>
    <pc:chgData name="Hanshu Yu" userId="c9f5ee9c-841a-4a0a-8b54-dd6159def21b" providerId="ADAL" clId="{B1456AB0-C3D5-4046-A69B-B90F113743BD}"/>
    <pc:docChg chg="undo redo custSel addSld delSld modSld sldOrd">
      <pc:chgData name="Hanshu Yu" userId="c9f5ee9c-841a-4a0a-8b54-dd6159def21b" providerId="ADAL" clId="{B1456AB0-C3D5-4046-A69B-B90F113743BD}" dt="2025-08-11T09:31:24.834" v="8890" actId="14100"/>
      <pc:docMkLst>
        <pc:docMk/>
      </pc:docMkLst>
      <pc:sldChg chg="modSp mod">
        <pc:chgData name="Hanshu Yu" userId="c9f5ee9c-841a-4a0a-8b54-dd6159def21b" providerId="ADAL" clId="{B1456AB0-C3D5-4046-A69B-B90F113743BD}" dt="2025-08-11T00:24:08.564" v="891" actId="20577"/>
        <pc:sldMkLst>
          <pc:docMk/>
          <pc:sldMk cId="2159666353" sldId="279"/>
        </pc:sldMkLst>
        <pc:spChg chg="mod">
          <ac:chgData name="Hanshu Yu" userId="c9f5ee9c-841a-4a0a-8b54-dd6159def21b" providerId="ADAL" clId="{B1456AB0-C3D5-4046-A69B-B90F113743BD}" dt="2025-08-11T00:24:08.564" v="891" actId="20577"/>
          <ac:spMkLst>
            <pc:docMk/>
            <pc:sldMk cId="2159666353" sldId="279"/>
            <ac:spMk id="9" creationId="{A3727DDD-B531-4062-8269-89962BAA87B7}"/>
          </ac:spMkLst>
        </pc:spChg>
      </pc:sldChg>
      <pc:sldChg chg="modSp mod">
        <pc:chgData name="Hanshu Yu" userId="c9f5ee9c-841a-4a0a-8b54-dd6159def21b" providerId="ADAL" clId="{B1456AB0-C3D5-4046-A69B-B90F113743BD}" dt="2025-08-11T02:27:27.586" v="2617" actId="20577"/>
        <pc:sldMkLst>
          <pc:docMk/>
          <pc:sldMk cId="1506452996" sldId="280"/>
        </pc:sldMkLst>
        <pc:spChg chg="mod">
          <ac:chgData name="Hanshu Yu" userId="c9f5ee9c-841a-4a0a-8b54-dd6159def21b" providerId="ADAL" clId="{B1456AB0-C3D5-4046-A69B-B90F113743BD}" dt="2025-08-11T02:27:27.586" v="2617" actId="20577"/>
          <ac:spMkLst>
            <pc:docMk/>
            <pc:sldMk cId="1506452996" sldId="280"/>
            <ac:spMk id="2" creationId="{3E65E732-564D-4EC8-B304-7539BCB0E1D0}"/>
          </ac:spMkLst>
        </pc:spChg>
      </pc:sldChg>
      <pc:sldChg chg="del">
        <pc:chgData name="Hanshu Yu" userId="c9f5ee9c-841a-4a0a-8b54-dd6159def21b" providerId="ADAL" clId="{B1456AB0-C3D5-4046-A69B-B90F113743BD}" dt="2025-08-11T02:24:55.505" v="2600" actId="47"/>
        <pc:sldMkLst>
          <pc:docMk/>
          <pc:sldMk cId="1331024234" sldId="283"/>
        </pc:sldMkLst>
      </pc:sldChg>
      <pc:sldChg chg="del">
        <pc:chgData name="Hanshu Yu" userId="c9f5ee9c-841a-4a0a-8b54-dd6159def21b" providerId="ADAL" clId="{B1456AB0-C3D5-4046-A69B-B90F113743BD}" dt="2025-08-11T02:24:55.505" v="2600" actId="47"/>
        <pc:sldMkLst>
          <pc:docMk/>
          <pc:sldMk cId="3128326931" sldId="290"/>
        </pc:sldMkLst>
      </pc:sldChg>
      <pc:sldChg chg="del">
        <pc:chgData name="Hanshu Yu" userId="c9f5ee9c-841a-4a0a-8b54-dd6159def21b" providerId="ADAL" clId="{B1456AB0-C3D5-4046-A69B-B90F113743BD}" dt="2025-08-11T02:24:55.505" v="2600" actId="47"/>
        <pc:sldMkLst>
          <pc:docMk/>
          <pc:sldMk cId="3420483991" sldId="297"/>
        </pc:sldMkLst>
      </pc:sldChg>
      <pc:sldChg chg="del">
        <pc:chgData name="Hanshu Yu" userId="c9f5ee9c-841a-4a0a-8b54-dd6159def21b" providerId="ADAL" clId="{B1456AB0-C3D5-4046-A69B-B90F113743BD}" dt="2025-08-11T02:24:55.505" v="2600" actId="47"/>
        <pc:sldMkLst>
          <pc:docMk/>
          <pc:sldMk cId="3719668210" sldId="298"/>
        </pc:sldMkLst>
      </pc:sldChg>
      <pc:sldChg chg="del">
        <pc:chgData name="Hanshu Yu" userId="c9f5ee9c-841a-4a0a-8b54-dd6159def21b" providerId="ADAL" clId="{B1456AB0-C3D5-4046-A69B-B90F113743BD}" dt="2025-08-11T02:24:55.505" v="2600" actId="47"/>
        <pc:sldMkLst>
          <pc:docMk/>
          <pc:sldMk cId="2661906611" sldId="299"/>
        </pc:sldMkLst>
      </pc:sldChg>
      <pc:sldChg chg="del">
        <pc:chgData name="Hanshu Yu" userId="c9f5ee9c-841a-4a0a-8b54-dd6159def21b" providerId="ADAL" clId="{B1456AB0-C3D5-4046-A69B-B90F113743BD}" dt="2025-08-11T02:24:55.505" v="2600" actId="47"/>
        <pc:sldMkLst>
          <pc:docMk/>
          <pc:sldMk cId="904599416" sldId="300"/>
        </pc:sldMkLst>
      </pc:sldChg>
      <pc:sldChg chg="del">
        <pc:chgData name="Hanshu Yu" userId="c9f5ee9c-841a-4a0a-8b54-dd6159def21b" providerId="ADAL" clId="{B1456AB0-C3D5-4046-A69B-B90F113743BD}" dt="2025-08-11T02:24:55.505" v="2600" actId="47"/>
        <pc:sldMkLst>
          <pc:docMk/>
          <pc:sldMk cId="3154247026" sldId="301"/>
        </pc:sldMkLst>
      </pc:sldChg>
      <pc:sldChg chg="del">
        <pc:chgData name="Hanshu Yu" userId="c9f5ee9c-841a-4a0a-8b54-dd6159def21b" providerId="ADAL" clId="{B1456AB0-C3D5-4046-A69B-B90F113743BD}" dt="2025-08-11T02:24:55.505" v="2600" actId="47"/>
        <pc:sldMkLst>
          <pc:docMk/>
          <pc:sldMk cId="2637281984" sldId="302"/>
        </pc:sldMkLst>
      </pc:sldChg>
      <pc:sldChg chg="del">
        <pc:chgData name="Hanshu Yu" userId="c9f5ee9c-841a-4a0a-8b54-dd6159def21b" providerId="ADAL" clId="{B1456AB0-C3D5-4046-A69B-B90F113743BD}" dt="2025-08-11T02:24:55.505" v="2600" actId="47"/>
        <pc:sldMkLst>
          <pc:docMk/>
          <pc:sldMk cId="2962993451" sldId="303"/>
        </pc:sldMkLst>
      </pc:sldChg>
      <pc:sldChg chg="del">
        <pc:chgData name="Hanshu Yu" userId="c9f5ee9c-841a-4a0a-8b54-dd6159def21b" providerId="ADAL" clId="{B1456AB0-C3D5-4046-A69B-B90F113743BD}" dt="2025-08-11T02:24:55.505" v="2600" actId="47"/>
        <pc:sldMkLst>
          <pc:docMk/>
          <pc:sldMk cId="1749277828" sldId="304"/>
        </pc:sldMkLst>
      </pc:sldChg>
      <pc:sldChg chg="del">
        <pc:chgData name="Hanshu Yu" userId="c9f5ee9c-841a-4a0a-8b54-dd6159def21b" providerId="ADAL" clId="{B1456AB0-C3D5-4046-A69B-B90F113743BD}" dt="2025-08-11T02:24:55.505" v="2600" actId="47"/>
        <pc:sldMkLst>
          <pc:docMk/>
          <pc:sldMk cId="329258536" sldId="305"/>
        </pc:sldMkLst>
      </pc:sldChg>
      <pc:sldChg chg="del">
        <pc:chgData name="Hanshu Yu" userId="c9f5ee9c-841a-4a0a-8b54-dd6159def21b" providerId="ADAL" clId="{B1456AB0-C3D5-4046-A69B-B90F113743BD}" dt="2025-08-11T02:24:55.505" v="2600" actId="47"/>
        <pc:sldMkLst>
          <pc:docMk/>
          <pc:sldMk cId="1788395601" sldId="306"/>
        </pc:sldMkLst>
      </pc:sldChg>
      <pc:sldChg chg="del">
        <pc:chgData name="Hanshu Yu" userId="c9f5ee9c-841a-4a0a-8b54-dd6159def21b" providerId="ADAL" clId="{B1456AB0-C3D5-4046-A69B-B90F113743BD}" dt="2025-08-11T02:24:55.505" v="2600" actId="47"/>
        <pc:sldMkLst>
          <pc:docMk/>
          <pc:sldMk cId="3246797555" sldId="307"/>
        </pc:sldMkLst>
      </pc:sldChg>
      <pc:sldChg chg="del">
        <pc:chgData name="Hanshu Yu" userId="c9f5ee9c-841a-4a0a-8b54-dd6159def21b" providerId="ADAL" clId="{B1456AB0-C3D5-4046-A69B-B90F113743BD}" dt="2025-08-11T02:24:55.505" v="2600" actId="47"/>
        <pc:sldMkLst>
          <pc:docMk/>
          <pc:sldMk cId="1688976960" sldId="308"/>
        </pc:sldMkLst>
      </pc:sldChg>
      <pc:sldChg chg="del">
        <pc:chgData name="Hanshu Yu" userId="c9f5ee9c-841a-4a0a-8b54-dd6159def21b" providerId="ADAL" clId="{B1456AB0-C3D5-4046-A69B-B90F113743BD}" dt="2025-08-11T02:24:55.505" v="2600" actId="47"/>
        <pc:sldMkLst>
          <pc:docMk/>
          <pc:sldMk cId="3858744757" sldId="309"/>
        </pc:sldMkLst>
      </pc:sldChg>
      <pc:sldChg chg="del">
        <pc:chgData name="Hanshu Yu" userId="c9f5ee9c-841a-4a0a-8b54-dd6159def21b" providerId="ADAL" clId="{B1456AB0-C3D5-4046-A69B-B90F113743BD}" dt="2025-08-11T02:24:55.505" v="2600" actId="47"/>
        <pc:sldMkLst>
          <pc:docMk/>
          <pc:sldMk cId="3704350249" sldId="310"/>
        </pc:sldMkLst>
      </pc:sldChg>
      <pc:sldChg chg="del">
        <pc:chgData name="Hanshu Yu" userId="c9f5ee9c-841a-4a0a-8b54-dd6159def21b" providerId="ADAL" clId="{B1456AB0-C3D5-4046-A69B-B90F113743BD}" dt="2025-08-11T02:24:55.505" v="2600" actId="47"/>
        <pc:sldMkLst>
          <pc:docMk/>
          <pc:sldMk cId="2466803173" sldId="311"/>
        </pc:sldMkLst>
      </pc:sldChg>
      <pc:sldChg chg="del">
        <pc:chgData name="Hanshu Yu" userId="c9f5ee9c-841a-4a0a-8b54-dd6159def21b" providerId="ADAL" clId="{B1456AB0-C3D5-4046-A69B-B90F113743BD}" dt="2025-08-11T02:24:55.505" v="2600" actId="47"/>
        <pc:sldMkLst>
          <pc:docMk/>
          <pc:sldMk cId="1217363537" sldId="312"/>
        </pc:sldMkLst>
      </pc:sldChg>
      <pc:sldChg chg="del">
        <pc:chgData name="Hanshu Yu" userId="c9f5ee9c-841a-4a0a-8b54-dd6159def21b" providerId="ADAL" clId="{B1456AB0-C3D5-4046-A69B-B90F113743BD}" dt="2025-08-11T02:24:55.505" v="2600" actId="47"/>
        <pc:sldMkLst>
          <pc:docMk/>
          <pc:sldMk cId="719866380" sldId="313"/>
        </pc:sldMkLst>
      </pc:sldChg>
      <pc:sldChg chg="del">
        <pc:chgData name="Hanshu Yu" userId="c9f5ee9c-841a-4a0a-8b54-dd6159def21b" providerId="ADAL" clId="{B1456AB0-C3D5-4046-A69B-B90F113743BD}" dt="2025-08-11T02:24:55.505" v="2600" actId="47"/>
        <pc:sldMkLst>
          <pc:docMk/>
          <pc:sldMk cId="528750168" sldId="314"/>
        </pc:sldMkLst>
      </pc:sldChg>
      <pc:sldChg chg="del">
        <pc:chgData name="Hanshu Yu" userId="c9f5ee9c-841a-4a0a-8b54-dd6159def21b" providerId="ADAL" clId="{B1456AB0-C3D5-4046-A69B-B90F113743BD}" dt="2025-08-11T02:24:55.505" v="2600" actId="47"/>
        <pc:sldMkLst>
          <pc:docMk/>
          <pc:sldMk cId="4030481586" sldId="315"/>
        </pc:sldMkLst>
      </pc:sldChg>
      <pc:sldChg chg="del">
        <pc:chgData name="Hanshu Yu" userId="c9f5ee9c-841a-4a0a-8b54-dd6159def21b" providerId="ADAL" clId="{B1456AB0-C3D5-4046-A69B-B90F113743BD}" dt="2025-08-11T02:24:55.505" v="2600" actId="47"/>
        <pc:sldMkLst>
          <pc:docMk/>
          <pc:sldMk cId="4207874986" sldId="316"/>
        </pc:sldMkLst>
      </pc:sldChg>
      <pc:sldChg chg="modSp add mod">
        <pc:chgData name="Hanshu Yu" userId="c9f5ee9c-841a-4a0a-8b54-dd6159def21b" providerId="ADAL" clId="{B1456AB0-C3D5-4046-A69B-B90F113743BD}" dt="2025-08-11T01:39:18.072" v="2597" actId="20577"/>
        <pc:sldMkLst>
          <pc:docMk/>
          <pc:sldMk cId="1894319699" sldId="317"/>
        </pc:sldMkLst>
        <pc:spChg chg="mod">
          <ac:chgData name="Hanshu Yu" userId="c9f5ee9c-841a-4a0a-8b54-dd6159def21b" providerId="ADAL" clId="{B1456AB0-C3D5-4046-A69B-B90F113743BD}" dt="2025-08-11T01:10:47.397" v="1343" actId="20577"/>
          <ac:spMkLst>
            <pc:docMk/>
            <pc:sldMk cId="1894319699" sldId="317"/>
            <ac:spMk id="2" creationId="{018BEAEF-EBBE-482C-877E-2F5EF75E139E}"/>
          </ac:spMkLst>
        </pc:spChg>
        <pc:spChg chg="mod">
          <ac:chgData name="Hanshu Yu" userId="c9f5ee9c-841a-4a0a-8b54-dd6159def21b" providerId="ADAL" clId="{B1456AB0-C3D5-4046-A69B-B90F113743BD}" dt="2025-08-11T01:39:18.072" v="2597" actId="20577"/>
          <ac:spMkLst>
            <pc:docMk/>
            <pc:sldMk cId="1894319699" sldId="317"/>
            <ac:spMk id="9" creationId="{A3727DDD-B531-4062-8269-89962BAA87B7}"/>
          </ac:spMkLst>
        </pc:spChg>
      </pc:sldChg>
      <pc:sldChg chg="modSp add mod ord">
        <pc:chgData name="Hanshu Yu" userId="c9f5ee9c-841a-4a0a-8b54-dd6159def21b" providerId="ADAL" clId="{B1456AB0-C3D5-4046-A69B-B90F113743BD}" dt="2025-08-11T01:39:26.217" v="2599"/>
        <pc:sldMkLst>
          <pc:docMk/>
          <pc:sldMk cId="728058334" sldId="318"/>
        </pc:sldMkLst>
        <pc:spChg chg="mod">
          <ac:chgData name="Hanshu Yu" userId="c9f5ee9c-841a-4a0a-8b54-dd6159def21b" providerId="ADAL" clId="{B1456AB0-C3D5-4046-A69B-B90F113743BD}" dt="2025-08-11T01:09:39.368" v="1291" actId="20577"/>
          <ac:spMkLst>
            <pc:docMk/>
            <pc:sldMk cId="728058334" sldId="318"/>
            <ac:spMk id="2" creationId="{018BEAEF-EBBE-482C-877E-2F5EF75E139E}"/>
          </ac:spMkLst>
        </pc:spChg>
        <pc:spChg chg="mod">
          <ac:chgData name="Hanshu Yu" userId="c9f5ee9c-841a-4a0a-8b54-dd6159def21b" providerId="ADAL" clId="{B1456AB0-C3D5-4046-A69B-B90F113743BD}" dt="2025-08-11T01:10:25.579" v="1295" actId="20577"/>
          <ac:spMkLst>
            <pc:docMk/>
            <pc:sldMk cId="728058334" sldId="318"/>
            <ac:spMk id="9" creationId="{A3727DDD-B531-4062-8269-89962BAA87B7}"/>
          </ac:spMkLst>
        </pc:spChg>
      </pc:sldChg>
      <pc:sldChg chg="modSp add mod">
        <pc:chgData name="Hanshu Yu" userId="c9f5ee9c-841a-4a0a-8b54-dd6159def21b" providerId="ADAL" clId="{B1456AB0-C3D5-4046-A69B-B90F113743BD}" dt="2025-08-11T01:22:29.246" v="2595" actId="20577"/>
        <pc:sldMkLst>
          <pc:docMk/>
          <pc:sldMk cId="3927000920" sldId="319"/>
        </pc:sldMkLst>
        <pc:spChg chg="mod">
          <ac:chgData name="Hanshu Yu" userId="c9f5ee9c-841a-4a0a-8b54-dd6159def21b" providerId="ADAL" clId="{B1456AB0-C3D5-4046-A69B-B90F113743BD}" dt="2025-08-11T01:13:29.586" v="1542" actId="20577"/>
          <ac:spMkLst>
            <pc:docMk/>
            <pc:sldMk cId="3927000920" sldId="319"/>
            <ac:spMk id="2" creationId="{018BEAEF-EBBE-482C-877E-2F5EF75E139E}"/>
          </ac:spMkLst>
        </pc:spChg>
        <pc:spChg chg="mod">
          <ac:chgData name="Hanshu Yu" userId="c9f5ee9c-841a-4a0a-8b54-dd6159def21b" providerId="ADAL" clId="{B1456AB0-C3D5-4046-A69B-B90F113743BD}" dt="2025-08-11T01:22:29.246" v="2595" actId="20577"/>
          <ac:spMkLst>
            <pc:docMk/>
            <pc:sldMk cId="3927000920" sldId="319"/>
            <ac:spMk id="9" creationId="{A3727DDD-B531-4062-8269-89962BAA87B7}"/>
          </ac:spMkLst>
        </pc:spChg>
      </pc:sldChg>
      <pc:sldChg chg="addSp modSp add mod">
        <pc:chgData name="Hanshu Yu" userId="c9f5ee9c-841a-4a0a-8b54-dd6159def21b" providerId="ADAL" clId="{B1456AB0-C3D5-4046-A69B-B90F113743BD}" dt="2025-08-11T02:38:31.103" v="3456" actId="20577"/>
        <pc:sldMkLst>
          <pc:docMk/>
          <pc:sldMk cId="3349712917" sldId="320"/>
        </pc:sldMkLst>
        <pc:spChg chg="mod">
          <ac:chgData name="Hanshu Yu" userId="c9f5ee9c-841a-4a0a-8b54-dd6159def21b" providerId="ADAL" clId="{B1456AB0-C3D5-4046-A69B-B90F113743BD}" dt="2025-08-11T02:27:45.159" v="2635" actId="20577"/>
          <ac:spMkLst>
            <pc:docMk/>
            <pc:sldMk cId="3349712917" sldId="320"/>
            <ac:spMk id="2" creationId="{018BEAEF-EBBE-482C-877E-2F5EF75E139E}"/>
          </ac:spMkLst>
        </pc:spChg>
        <pc:spChg chg="mod">
          <ac:chgData name="Hanshu Yu" userId="c9f5ee9c-841a-4a0a-8b54-dd6159def21b" providerId="ADAL" clId="{B1456AB0-C3D5-4046-A69B-B90F113743BD}" dt="2025-08-11T02:38:31.103" v="3456" actId="20577"/>
          <ac:spMkLst>
            <pc:docMk/>
            <pc:sldMk cId="3349712917" sldId="320"/>
            <ac:spMk id="9" creationId="{A3727DDD-B531-4062-8269-89962BAA87B7}"/>
          </ac:spMkLst>
        </pc:spChg>
        <pc:cxnChg chg="add mod">
          <ac:chgData name="Hanshu Yu" userId="c9f5ee9c-841a-4a0a-8b54-dd6159def21b" providerId="ADAL" clId="{B1456AB0-C3D5-4046-A69B-B90F113743BD}" dt="2025-08-11T02:38:21.604" v="3455" actId="693"/>
          <ac:cxnSpMkLst>
            <pc:docMk/>
            <pc:sldMk cId="3349712917" sldId="320"/>
            <ac:cxnSpMk id="4" creationId="{DDE861A5-FAD1-455A-9C96-79343278CAF1}"/>
          </ac:cxnSpMkLst>
        </pc:cxnChg>
      </pc:sldChg>
      <pc:sldChg chg="modSp add mod">
        <pc:chgData name="Hanshu Yu" userId="c9f5ee9c-841a-4a0a-8b54-dd6159def21b" providerId="ADAL" clId="{B1456AB0-C3D5-4046-A69B-B90F113743BD}" dt="2025-08-11T02:32:39.097" v="3071" actId="20577"/>
        <pc:sldMkLst>
          <pc:docMk/>
          <pc:sldMk cId="2082357999" sldId="321"/>
        </pc:sldMkLst>
        <pc:spChg chg="mod">
          <ac:chgData name="Hanshu Yu" userId="c9f5ee9c-841a-4a0a-8b54-dd6159def21b" providerId="ADAL" clId="{B1456AB0-C3D5-4046-A69B-B90F113743BD}" dt="2025-08-11T02:30:28.558" v="2745" actId="20577"/>
          <ac:spMkLst>
            <pc:docMk/>
            <pc:sldMk cId="2082357999" sldId="321"/>
            <ac:spMk id="2" creationId="{018BEAEF-EBBE-482C-877E-2F5EF75E139E}"/>
          </ac:spMkLst>
        </pc:spChg>
        <pc:spChg chg="mod">
          <ac:chgData name="Hanshu Yu" userId="c9f5ee9c-841a-4a0a-8b54-dd6159def21b" providerId="ADAL" clId="{B1456AB0-C3D5-4046-A69B-B90F113743BD}" dt="2025-08-11T02:32:39.097" v="3071" actId="20577"/>
          <ac:spMkLst>
            <pc:docMk/>
            <pc:sldMk cId="2082357999" sldId="321"/>
            <ac:spMk id="9" creationId="{A3727DDD-B531-4062-8269-89962BAA87B7}"/>
          </ac:spMkLst>
        </pc:spChg>
      </pc:sldChg>
      <pc:sldChg chg="delSp modSp add mod">
        <pc:chgData name="Hanshu Yu" userId="c9f5ee9c-841a-4a0a-8b54-dd6159def21b" providerId="ADAL" clId="{B1456AB0-C3D5-4046-A69B-B90F113743BD}" dt="2025-08-11T02:52:08.426" v="3552" actId="20577"/>
        <pc:sldMkLst>
          <pc:docMk/>
          <pc:sldMk cId="760079858" sldId="322"/>
        </pc:sldMkLst>
        <pc:spChg chg="mod">
          <ac:chgData name="Hanshu Yu" userId="c9f5ee9c-841a-4a0a-8b54-dd6159def21b" providerId="ADAL" clId="{B1456AB0-C3D5-4046-A69B-B90F113743BD}" dt="2025-08-11T02:52:08.426" v="3552" actId="20577"/>
          <ac:spMkLst>
            <pc:docMk/>
            <pc:sldMk cId="760079858" sldId="322"/>
            <ac:spMk id="2" creationId="{018BEAEF-EBBE-482C-877E-2F5EF75E139E}"/>
          </ac:spMkLst>
        </pc:spChg>
        <pc:spChg chg="del">
          <ac:chgData name="Hanshu Yu" userId="c9f5ee9c-841a-4a0a-8b54-dd6159def21b" providerId="ADAL" clId="{B1456AB0-C3D5-4046-A69B-B90F113743BD}" dt="2025-08-11T02:51:38.139" v="3547" actId="478"/>
          <ac:spMkLst>
            <pc:docMk/>
            <pc:sldMk cId="760079858" sldId="322"/>
            <ac:spMk id="9" creationId="{A3727DDD-B531-4062-8269-89962BAA87B7}"/>
          </ac:spMkLst>
        </pc:spChg>
      </pc:sldChg>
      <pc:sldChg chg="addSp delSp modSp add mod delAnim modAnim">
        <pc:chgData name="Hanshu Yu" userId="c9f5ee9c-841a-4a0a-8b54-dd6159def21b" providerId="ADAL" clId="{B1456AB0-C3D5-4046-A69B-B90F113743BD}" dt="2025-08-11T05:54:11.403" v="4554" actId="114"/>
        <pc:sldMkLst>
          <pc:docMk/>
          <pc:sldMk cId="399892184" sldId="323"/>
        </pc:sldMkLst>
        <pc:spChg chg="mod">
          <ac:chgData name="Hanshu Yu" userId="c9f5ee9c-841a-4a0a-8b54-dd6159def21b" providerId="ADAL" clId="{B1456AB0-C3D5-4046-A69B-B90F113743BD}" dt="2025-08-11T05:54:11.403" v="4554" actId="114"/>
          <ac:spMkLst>
            <pc:docMk/>
            <pc:sldMk cId="399892184" sldId="323"/>
            <ac:spMk id="2" creationId="{018BEAEF-EBBE-482C-877E-2F5EF75E139E}"/>
          </ac:spMkLst>
        </pc:spChg>
        <pc:spChg chg="add mod">
          <ac:chgData name="Hanshu Yu" userId="c9f5ee9c-841a-4a0a-8b54-dd6159def21b" providerId="ADAL" clId="{B1456AB0-C3D5-4046-A69B-B90F113743BD}" dt="2025-08-11T03:08:10.765" v="3951" actId="207"/>
          <ac:spMkLst>
            <pc:docMk/>
            <pc:sldMk cId="399892184" sldId="323"/>
            <ac:spMk id="4" creationId="{15307BC1-0FD1-410C-B59D-D9145302F537}"/>
          </ac:spMkLst>
        </pc:spChg>
        <pc:picChg chg="add del mod">
          <ac:chgData name="Hanshu Yu" userId="c9f5ee9c-841a-4a0a-8b54-dd6159def21b" providerId="ADAL" clId="{B1456AB0-C3D5-4046-A69B-B90F113743BD}" dt="2025-08-11T03:02:44.053" v="3788" actId="478"/>
          <ac:picMkLst>
            <pc:docMk/>
            <pc:sldMk cId="399892184" sldId="323"/>
            <ac:picMk id="3" creationId="{F89102D9-FB67-4AF8-BCC3-8DFEA125F6AA}"/>
          </ac:picMkLst>
        </pc:picChg>
      </pc:sldChg>
      <pc:sldChg chg="addSp modSp add mod">
        <pc:chgData name="Hanshu Yu" userId="c9f5ee9c-841a-4a0a-8b54-dd6159def21b" providerId="ADAL" clId="{B1456AB0-C3D5-4046-A69B-B90F113743BD}" dt="2025-08-11T02:57:39.351" v="3696" actId="20577"/>
        <pc:sldMkLst>
          <pc:docMk/>
          <pc:sldMk cId="1480304707" sldId="324"/>
        </pc:sldMkLst>
        <pc:spChg chg="mod">
          <ac:chgData name="Hanshu Yu" userId="c9f5ee9c-841a-4a0a-8b54-dd6159def21b" providerId="ADAL" clId="{B1456AB0-C3D5-4046-A69B-B90F113743BD}" dt="2025-08-11T02:52:33.121" v="3583" actId="20577"/>
          <ac:spMkLst>
            <pc:docMk/>
            <pc:sldMk cId="1480304707" sldId="324"/>
            <ac:spMk id="2" creationId="{018BEAEF-EBBE-482C-877E-2F5EF75E139E}"/>
          </ac:spMkLst>
        </pc:spChg>
        <pc:spChg chg="add mod">
          <ac:chgData name="Hanshu Yu" userId="c9f5ee9c-841a-4a0a-8b54-dd6159def21b" providerId="ADAL" clId="{B1456AB0-C3D5-4046-A69B-B90F113743BD}" dt="2025-08-11T02:57:39.351" v="3696" actId="20577"/>
          <ac:spMkLst>
            <pc:docMk/>
            <pc:sldMk cId="1480304707" sldId="324"/>
            <ac:spMk id="3" creationId="{E1527B60-8759-4379-8171-3A651FF784A5}"/>
          </ac:spMkLst>
        </pc:spChg>
      </pc:sldChg>
      <pc:sldChg chg="modSp add mod">
        <pc:chgData name="Hanshu Yu" userId="c9f5ee9c-841a-4a0a-8b54-dd6159def21b" providerId="ADAL" clId="{B1456AB0-C3D5-4046-A69B-B90F113743BD}" dt="2025-08-11T05:54:16.929" v="4555" actId="114"/>
        <pc:sldMkLst>
          <pc:docMk/>
          <pc:sldMk cId="864645319" sldId="325"/>
        </pc:sldMkLst>
        <pc:spChg chg="mod">
          <ac:chgData name="Hanshu Yu" userId="c9f5ee9c-841a-4a0a-8b54-dd6159def21b" providerId="ADAL" clId="{B1456AB0-C3D5-4046-A69B-B90F113743BD}" dt="2025-08-11T05:54:16.929" v="4555" actId="114"/>
          <ac:spMkLst>
            <pc:docMk/>
            <pc:sldMk cId="864645319" sldId="325"/>
            <ac:spMk id="2" creationId="{018BEAEF-EBBE-482C-877E-2F5EF75E139E}"/>
          </ac:spMkLst>
        </pc:spChg>
      </pc:sldChg>
      <pc:sldChg chg="modSp add mod">
        <pc:chgData name="Hanshu Yu" userId="c9f5ee9c-841a-4a0a-8b54-dd6159def21b" providerId="ADAL" clId="{B1456AB0-C3D5-4046-A69B-B90F113743BD}" dt="2025-08-11T05:54:08.119" v="4553" actId="114"/>
        <pc:sldMkLst>
          <pc:docMk/>
          <pc:sldMk cId="868911786" sldId="326"/>
        </pc:sldMkLst>
        <pc:spChg chg="mod">
          <ac:chgData name="Hanshu Yu" userId="c9f5ee9c-841a-4a0a-8b54-dd6159def21b" providerId="ADAL" clId="{B1456AB0-C3D5-4046-A69B-B90F113743BD}" dt="2025-08-11T05:54:08.119" v="4553" actId="114"/>
          <ac:spMkLst>
            <pc:docMk/>
            <pc:sldMk cId="868911786" sldId="326"/>
            <ac:spMk id="2" creationId="{018BEAEF-EBBE-482C-877E-2F5EF75E139E}"/>
          </ac:spMkLst>
        </pc:spChg>
        <pc:spChg chg="mod">
          <ac:chgData name="Hanshu Yu" userId="c9f5ee9c-841a-4a0a-8b54-dd6159def21b" providerId="ADAL" clId="{B1456AB0-C3D5-4046-A69B-B90F113743BD}" dt="2025-08-11T03:15:15.971" v="4552" actId="114"/>
          <ac:spMkLst>
            <pc:docMk/>
            <pc:sldMk cId="868911786" sldId="326"/>
            <ac:spMk id="4" creationId="{15307BC1-0FD1-410C-B59D-D9145302F537}"/>
          </ac:spMkLst>
        </pc:spChg>
      </pc:sldChg>
      <pc:sldChg chg="addSp modSp add mod ord">
        <pc:chgData name="Hanshu Yu" userId="c9f5ee9c-841a-4a0a-8b54-dd6159def21b" providerId="ADAL" clId="{B1456AB0-C3D5-4046-A69B-B90F113743BD}" dt="2025-08-11T06:04:09.533" v="5509" actId="20577"/>
        <pc:sldMkLst>
          <pc:docMk/>
          <pc:sldMk cId="1834870311" sldId="327"/>
        </pc:sldMkLst>
        <pc:spChg chg="mod">
          <ac:chgData name="Hanshu Yu" userId="c9f5ee9c-841a-4a0a-8b54-dd6159def21b" providerId="ADAL" clId="{B1456AB0-C3D5-4046-A69B-B90F113743BD}" dt="2025-08-11T05:54:39.616" v="4586" actId="20577"/>
          <ac:spMkLst>
            <pc:docMk/>
            <pc:sldMk cId="1834870311" sldId="327"/>
            <ac:spMk id="2" creationId="{018BEAEF-EBBE-482C-877E-2F5EF75E139E}"/>
          </ac:spMkLst>
        </pc:spChg>
        <pc:spChg chg="add mod">
          <ac:chgData name="Hanshu Yu" userId="c9f5ee9c-841a-4a0a-8b54-dd6159def21b" providerId="ADAL" clId="{B1456AB0-C3D5-4046-A69B-B90F113743BD}" dt="2025-08-11T06:04:09.533" v="5509" actId="20577"/>
          <ac:spMkLst>
            <pc:docMk/>
            <pc:sldMk cId="1834870311" sldId="327"/>
            <ac:spMk id="3" creationId="{48333EED-0BEF-458B-B8D4-2AD1A16FFEBE}"/>
          </ac:spMkLst>
        </pc:spChg>
      </pc:sldChg>
      <pc:sldChg chg="modSp add mod">
        <pc:chgData name="Hanshu Yu" userId="c9f5ee9c-841a-4a0a-8b54-dd6159def21b" providerId="ADAL" clId="{B1456AB0-C3D5-4046-A69B-B90F113743BD}" dt="2025-08-11T06:58:56.445" v="6336" actId="20577"/>
        <pc:sldMkLst>
          <pc:docMk/>
          <pc:sldMk cId="1661931192" sldId="328"/>
        </pc:sldMkLst>
        <pc:spChg chg="mod">
          <ac:chgData name="Hanshu Yu" userId="c9f5ee9c-841a-4a0a-8b54-dd6159def21b" providerId="ADAL" clId="{B1456AB0-C3D5-4046-A69B-B90F113743BD}" dt="2025-08-11T06:54:26.425" v="5646" actId="20577"/>
          <ac:spMkLst>
            <pc:docMk/>
            <pc:sldMk cId="1661931192" sldId="328"/>
            <ac:spMk id="2" creationId="{018BEAEF-EBBE-482C-877E-2F5EF75E139E}"/>
          </ac:spMkLst>
        </pc:spChg>
        <pc:spChg chg="mod">
          <ac:chgData name="Hanshu Yu" userId="c9f5ee9c-841a-4a0a-8b54-dd6159def21b" providerId="ADAL" clId="{B1456AB0-C3D5-4046-A69B-B90F113743BD}" dt="2025-08-11T06:58:56.445" v="6336" actId="20577"/>
          <ac:spMkLst>
            <pc:docMk/>
            <pc:sldMk cId="1661931192" sldId="328"/>
            <ac:spMk id="3" creationId="{48333EED-0BEF-458B-B8D4-2AD1A16FFEBE}"/>
          </ac:spMkLst>
        </pc:spChg>
      </pc:sldChg>
      <pc:sldChg chg="modSp add mod">
        <pc:chgData name="Hanshu Yu" userId="c9f5ee9c-841a-4a0a-8b54-dd6159def21b" providerId="ADAL" clId="{B1456AB0-C3D5-4046-A69B-B90F113743BD}" dt="2025-08-11T07:00:56.601" v="6552" actId="1076"/>
        <pc:sldMkLst>
          <pc:docMk/>
          <pc:sldMk cId="750697461" sldId="329"/>
        </pc:sldMkLst>
        <pc:spChg chg="mod">
          <ac:chgData name="Hanshu Yu" userId="c9f5ee9c-841a-4a0a-8b54-dd6159def21b" providerId="ADAL" clId="{B1456AB0-C3D5-4046-A69B-B90F113743BD}" dt="2025-08-11T06:59:21.243" v="6361" actId="20577"/>
          <ac:spMkLst>
            <pc:docMk/>
            <pc:sldMk cId="750697461" sldId="329"/>
            <ac:spMk id="2" creationId="{018BEAEF-EBBE-482C-877E-2F5EF75E139E}"/>
          </ac:spMkLst>
        </pc:spChg>
        <pc:spChg chg="mod">
          <ac:chgData name="Hanshu Yu" userId="c9f5ee9c-841a-4a0a-8b54-dd6159def21b" providerId="ADAL" clId="{B1456AB0-C3D5-4046-A69B-B90F113743BD}" dt="2025-08-11T07:00:56.601" v="6552" actId="1076"/>
          <ac:spMkLst>
            <pc:docMk/>
            <pc:sldMk cId="750697461" sldId="329"/>
            <ac:spMk id="3" creationId="{48333EED-0BEF-458B-B8D4-2AD1A16FFEBE}"/>
          </ac:spMkLst>
        </pc:spChg>
      </pc:sldChg>
      <pc:sldChg chg="addSp delSp modSp add mod">
        <pc:chgData name="Hanshu Yu" userId="c9f5ee9c-841a-4a0a-8b54-dd6159def21b" providerId="ADAL" clId="{B1456AB0-C3D5-4046-A69B-B90F113743BD}" dt="2025-08-11T07:02:18.864" v="6558" actId="14100"/>
        <pc:sldMkLst>
          <pc:docMk/>
          <pc:sldMk cId="1204465954" sldId="330"/>
        </pc:sldMkLst>
        <pc:spChg chg="del">
          <ac:chgData name="Hanshu Yu" userId="c9f5ee9c-841a-4a0a-8b54-dd6159def21b" providerId="ADAL" clId="{B1456AB0-C3D5-4046-A69B-B90F113743BD}" dt="2025-08-11T07:01:02.577" v="6554" actId="478"/>
          <ac:spMkLst>
            <pc:docMk/>
            <pc:sldMk cId="1204465954" sldId="330"/>
            <ac:spMk id="3" creationId="{48333EED-0BEF-458B-B8D4-2AD1A16FFEBE}"/>
          </ac:spMkLst>
        </pc:spChg>
        <pc:picChg chg="add mod">
          <ac:chgData name="Hanshu Yu" userId="c9f5ee9c-841a-4a0a-8b54-dd6159def21b" providerId="ADAL" clId="{B1456AB0-C3D5-4046-A69B-B90F113743BD}" dt="2025-08-11T07:02:18.864" v="6558" actId="14100"/>
          <ac:picMkLst>
            <pc:docMk/>
            <pc:sldMk cId="1204465954" sldId="330"/>
            <ac:picMk id="5" creationId="{0D00FCA5-D72F-4E99-A02C-E5DB00C6E151}"/>
          </ac:picMkLst>
        </pc:picChg>
      </pc:sldChg>
      <pc:sldChg chg="addSp modSp add mod ord">
        <pc:chgData name="Hanshu Yu" userId="c9f5ee9c-841a-4a0a-8b54-dd6159def21b" providerId="ADAL" clId="{B1456AB0-C3D5-4046-A69B-B90F113743BD}" dt="2025-08-11T08:28:08.961" v="7012" actId="20577"/>
        <pc:sldMkLst>
          <pc:docMk/>
          <pc:sldMk cId="3882347610" sldId="331"/>
        </pc:sldMkLst>
        <pc:spChg chg="mod">
          <ac:chgData name="Hanshu Yu" userId="c9f5ee9c-841a-4a0a-8b54-dd6159def21b" providerId="ADAL" clId="{B1456AB0-C3D5-4046-A69B-B90F113743BD}" dt="2025-08-11T07:25:02.734" v="6603" actId="20577"/>
          <ac:spMkLst>
            <pc:docMk/>
            <pc:sldMk cId="3882347610" sldId="331"/>
            <ac:spMk id="2" creationId="{018BEAEF-EBBE-482C-877E-2F5EF75E139E}"/>
          </ac:spMkLst>
        </pc:spChg>
        <pc:spChg chg="mod">
          <ac:chgData name="Hanshu Yu" userId="c9f5ee9c-841a-4a0a-8b54-dd6159def21b" providerId="ADAL" clId="{B1456AB0-C3D5-4046-A69B-B90F113743BD}" dt="2025-08-11T08:28:08.961" v="7012" actId="20577"/>
          <ac:spMkLst>
            <pc:docMk/>
            <pc:sldMk cId="3882347610" sldId="331"/>
            <ac:spMk id="3" creationId="{48333EED-0BEF-458B-B8D4-2AD1A16FFEBE}"/>
          </ac:spMkLst>
        </pc:spChg>
        <pc:picChg chg="add mod">
          <ac:chgData name="Hanshu Yu" userId="c9f5ee9c-841a-4a0a-8b54-dd6159def21b" providerId="ADAL" clId="{B1456AB0-C3D5-4046-A69B-B90F113743BD}" dt="2025-08-11T07:26:04.346" v="6658" actId="1076"/>
          <ac:picMkLst>
            <pc:docMk/>
            <pc:sldMk cId="3882347610" sldId="331"/>
            <ac:picMk id="5" creationId="{81C8B641-12FB-4D51-AC12-2B03EAACBB9B}"/>
          </ac:picMkLst>
        </pc:picChg>
      </pc:sldChg>
      <pc:sldChg chg="addSp delSp modSp add mod">
        <pc:chgData name="Hanshu Yu" userId="c9f5ee9c-841a-4a0a-8b54-dd6159def21b" providerId="ADAL" clId="{B1456AB0-C3D5-4046-A69B-B90F113743BD}" dt="2025-08-11T09:22:00.331" v="8106" actId="22"/>
        <pc:sldMkLst>
          <pc:docMk/>
          <pc:sldMk cId="311325392" sldId="332"/>
        </pc:sldMkLst>
        <pc:spChg chg="mod">
          <ac:chgData name="Hanshu Yu" userId="c9f5ee9c-841a-4a0a-8b54-dd6159def21b" providerId="ADAL" clId="{B1456AB0-C3D5-4046-A69B-B90F113743BD}" dt="2025-08-11T08:28:54.752" v="7059" actId="20577"/>
          <ac:spMkLst>
            <pc:docMk/>
            <pc:sldMk cId="311325392" sldId="332"/>
            <ac:spMk id="2" creationId="{018BEAEF-EBBE-482C-877E-2F5EF75E139E}"/>
          </ac:spMkLst>
        </pc:spChg>
        <pc:spChg chg="mod">
          <ac:chgData name="Hanshu Yu" userId="c9f5ee9c-841a-4a0a-8b54-dd6159def21b" providerId="ADAL" clId="{B1456AB0-C3D5-4046-A69B-B90F113743BD}" dt="2025-08-11T09:17:45.980" v="7712" actId="20577"/>
          <ac:spMkLst>
            <pc:docMk/>
            <pc:sldMk cId="311325392" sldId="332"/>
            <ac:spMk id="3" creationId="{48333EED-0BEF-458B-B8D4-2AD1A16FFEBE}"/>
          </ac:spMkLst>
        </pc:spChg>
        <pc:spChg chg="add del">
          <ac:chgData name="Hanshu Yu" userId="c9f5ee9c-841a-4a0a-8b54-dd6159def21b" providerId="ADAL" clId="{B1456AB0-C3D5-4046-A69B-B90F113743BD}" dt="2025-08-11T09:22:00.331" v="8106" actId="22"/>
          <ac:spMkLst>
            <pc:docMk/>
            <pc:sldMk cId="311325392" sldId="332"/>
            <ac:spMk id="6" creationId="{AD6D5E91-ABA6-4FFD-932B-0A7D86592388}"/>
          </ac:spMkLst>
        </pc:spChg>
        <pc:picChg chg="del">
          <ac:chgData name="Hanshu Yu" userId="c9f5ee9c-841a-4a0a-8b54-dd6159def21b" providerId="ADAL" clId="{B1456AB0-C3D5-4046-A69B-B90F113743BD}" dt="2025-08-11T08:28:57.373" v="7060" actId="478"/>
          <ac:picMkLst>
            <pc:docMk/>
            <pc:sldMk cId="311325392" sldId="332"/>
            <ac:picMk id="5" creationId="{81C8B641-12FB-4D51-AC12-2B03EAACBB9B}"/>
          </ac:picMkLst>
        </pc:picChg>
      </pc:sldChg>
      <pc:sldChg chg="modSp add mod">
        <pc:chgData name="Hanshu Yu" userId="c9f5ee9c-841a-4a0a-8b54-dd6159def21b" providerId="ADAL" clId="{B1456AB0-C3D5-4046-A69B-B90F113743BD}" dt="2025-08-11T09:19:13.099" v="7882" actId="20577"/>
        <pc:sldMkLst>
          <pc:docMk/>
          <pc:sldMk cId="1222970019" sldId="333"/>
        </pc:sldMkLst>
        <pc:spChg chg="mod">
          <ac:chgData name="Hanshu Yu" userId="c9f5ee9c-841a-4a0a-8b54-dd6159def21b" providerId="ADAL" clId="{B1456AB0-C3D5-4046-A69B-B90F113743BD}" dt="2025-08-11T09:18:11.907" v="7718" actId="20577"/>
          <ac:spMkLst>
            <pc:docMk/>
            <pc:sldMk cId="1222970019" sldId="333"/>
            <ac:spMk id="2" creationId="{018BEAEF-EBBE-482C-877E-2F5EF75E139E}"/>
          </ac:spMkLst>
        </pc:spChg>
        <pc:spChg chg="mod">
          <ac:chgData name="Hanshu Yu" userId="c9f5ee9c-841a-4a0a-8b54-dd6159def21b" providerId="ADAL" clId="{B1456AB0-C3D5-4046-A69B-B90F113743BD}" dt="2025-08-11T09:19:13.099" v="7882" actId="20577"/>
          <ac:spMkLst>
            <pc:docMk/>
            <pc:sldMk cId="1222970019" sldId="333"/>
            <ac:spMk id="3" creationId="{48333EED-0BEF-458B-B8D4-2AD1A16FFEBE}"/>
          </ac:spMkLst>
        </pc:spChg>
      </pc:sldChg>
      <pc:sldChg chg="modSp add mod">
        <pc:chgData name="Hanshu Yu" userId="c9f5ee9c-841a-4a0a-8b54-dd6159def21b" providerId="ADAL" clId="{B1456AB0-C3D5-4046-A69B-B90F113743BD}" dt="2025-08-11T09:20:45.099" v="8013" actId="20577"/>
        <pc:sldMkLst>
          <pc:docMk/>
          <pc:sldMk cId="2101048227" sldId="334"/>
        </pc:sldMkLst>
        <pc:spChg chg="mod">
          <ac:chgData name="Hanshu Yu" userId="c9f5ee9c-841a-4a0a-8b54-dd6159def21b" providerId="ADAL" clId="{B1456AB0-C3D5-4046-A69B-B90F113743BD}" dt="2025-08-11T09:19:27.390" v="7884"/>
          <ac:spMkLst>
            <pc:docMk/>
            <pc:sldMk cId="2101048227" sldId="334"/>
            <ac:spMk id="2" creationId="{018BEAEF-EBBE-482C-877E-2F5EF75E139E}"/>
          </ac:spMkLst>
        </pc:spChg>
        <pc:spChg chg="mod">
          <ac:chgData name="Hanshu Yu" userId="c9f5ee9c-841a-4a0a-8b54-dd6159def21b" providerId="ADAL" clId="{B1456AB0-C3D5-4046-A69B-B90F113743BD}" dt="2025-08-11T09:20:45.099" v="8013" actId="20577"/>
          <ac:spMkLst>
            <pc:docMk/>
            <pc:sldMk cId="2101048227" sldId="334"/>
            <ac:spMk id="3" creationId="{48333EED-0BEF-458B-B8D4-2AD1A16FFEBE}"/>
          </ac:spMkLst>
        </pc:spChg>
      </pc:sldChg>
      <pc:sldChg chg="modSp add mod">
        <pc:chgData name="Hanshu Yu" userId="c9f5ee9c-841a-4a0a-8b54-dd6159def21b" providerId="ADAL" clId="{B1456AB0-C3D5-4046-A69B-B90F113743BD}" dt="2025-08-11T09:21:53.635" v="8104" actId="20577"/>
        <pc:sldMkLst>
          <pc:docMk/>
          <pc:sldMk cId="362518009" sldId="335"/>
        </pc:sldMkLst>
        <pc:spChg chg="mod">
          <ac:chgData name="Hanshu Yu" userId="c9f5ee9c-841a-4a0a-8b54-dd6159def21b" providerId="ADAL" clId="{B1456AB0-C3D5-4046-A69B-B90F113743BD}" dt="2025-08-11T09:20:58.351" v="8015"/>
          <ac:spMkLst>
            <pc:docMk/>
            <pc:sldMk cId="362518009" sldId="335"/>
            <ac:spMk id="2" creationId="{018BEAEF-EBBE-482C-877E-2F5EF75E139E}"/>
          </ac:spMkLst>
        </pc:spChg>
        <pc:spChg chg="mod">
          <ac:chgData name="Hanshu Yu" userId="c9f5ee9c-841a-4a0a-8b54-dd6159def21b" providerId="ADAL" clId="{B1456AB0-C3D5-4046-A69B-B90F113743BD}" dt="2025-08-11T09:21:53.635" v="8104" actId="20577"/>
          <ac:spMkLst>
            <pc:docMk/>
            <pc:sldMk cId="362518009" sldId="335"/>
            <ac:spMk id="3" creationId="{48333EED-0BEF-458B-B8D4-2AD1A16FFEBE}"/>
          </ac:spMkLst>
        </pc:spChg>
      </pc:sldChg>
      <pc:sldChg chg="modSp add mod">
        <pc:chgData name="Hanshu Yu" userId="c9f5ee9c-841a-4a0a-8b54-dd6159def21b" providerId="ADAL" clId="{B1456AB0-C3D5-4046-A69B-B90F113743BD}" dt="2025-08-11T09:23:07.194" v="8246" actId="20577"/>
        <pc:sldMkLst>
          <pc:docMk/>
          <pc:sldMk cId="3380407952" sldId="336"/>
        </pc:sldMkLst>
        <pc:spChg chg="mod">
          <ac:chgData name="Hanshu Yu" userId="c9f5ee9c-841a-4a0a-8b54-dd6159def21b" providerId="ADAL" clId="{B1456AB0-C3D5-4046-A69B-B90F113743BD}" dt="2025-08-11T09:22:10.677" v="8108"/>
          <ac:spMkLst>
            <pc:docMk/>
            <pc:sldMk cId="3380407952" sldId="336"/>
            <ac:spMk id="2" creationId="{018BEAEF-EBBE-482C-877E-2F5EF75E139E}"/>
          </ac:spMkLst>
        </pc:spChg>
        <pc:spChg chg="mod">
          <ac:chgData name="Hanshu Yu" userId="c9f5ee9c-841a-4a0a-8b54-dd6159def21b" providerId="ADAL" clId="{B1456AB0-C3D5-4046-A69B-B90F113743BD}" dt="2025-08-11T09:23:07.194" v="8246" actId="20577"/>
          <ac:spMkLst>
            <pc:docMk/>
            <pc:sldMk cId="3380407952" sldId="336"/>
            <ac:spMk id="3" creationId="{48333EED-0BEF-458B-B8D4-2AD1A16FFEBE}"/>
          </ac:spMkLst>
        </pc:spChg>
      </pc:sldChg>
      <pc:sldChg chg="modSp add mod">
        <pc:chgData name="Hanshu Yu" userId="c9f5ee9c-841a-4a0a-8b54-dd6159def21b" providerId="ADAL" clId="{B1456AB0-C3D5-4046-A69B-B90F113743BD}" dt="2025-08-11T09:31:24.834" v="8890" actId="14100"/>
        <pc:sldMkLst>
          <pc:docMk/>
          <pc:sldMk cId="1335177163" sldId="337"/>
        </pc:sldMkLst>
        <pc:spChg chg="mod">
          <ac:chgData name="Hanshu Yu" userId="c9f5ee9c-841a-4a0a-8b54-dd6159def21b" providerId="ADAL" clId="{B1456AB0-C3D5-4046-A69B-B90F113743BD}" dt="2025-08-11T09:23:21.598" v="8259" actId="20577"/>
          <ac:spMkLst>
            <pc:docMk/>
            <pc:sldMk cId="1335177163" sldId="337"/>
            <ac:spMk id="2" creationId="{018BEAEF-EBBE-482C-877E-2F5EF75E139E}"/>
          </ac:spMkLst>
        </pc:spChg>
        <pc:spChg chg="mod">
          <ac:chgData name="Hanshu Yu" userId="c9f5ee9c-841a-4a0a-8b54-dd6159def21b" providerId="ADAL" clId="{B1456AB0-C3D5-4046-A69B-B90F113743BD}" dt="2025-08-11T09:31:24.834" v="8890" actId="14100"/>
          <ac:spMkLst>
            <pc:docMk/>
            <pc:sldMk cId="1335177163" sldId="337"/>
            <ac:spMk id="3" creationId="{48333EED-0BEF-458B-B8D4-2AD1A16FFEB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63552C-A722-4ED5-B0DD-718B7B9852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a:extLst>
              <a:ext uri="{FF2B5EF4-FFF2-40B4-BE49-F238E27FC236}">
                <a16:creationId xmlns:a16="http://schemas.microsoft.com/office/drawing/2014/main" id="{64C67F23-07C4-4964-8B9A-EF9139612A1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3499D7-B09F-4E84-854D-B3392D072C9A}" type="datetimeFigureOut">
              <a:rPr lang="nl-NL" smtClean="0"/>
              <a:t>11-8-2025</a:t>
            </a:fld>
            <a:endParaRPr lang="nl-NL"/>
          </a:p>
        </p:txBody>
      </p:sp>
      <p:sp>
        <p:nvSpPr>
          <p:cNvPr id="4" name="Footer Placeholder 3">
            <a:extLst>
              <a:ext uri="{FF2B5EF4-FFF2-40B4-BE49-F238E27FC236}">
                <a16:creationId xmlns:a16="http://schemas.microsoft.com/office/drawing/2014/main" id="{1DDF8FBD-0546-4467-8EC4-EA7158689A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Slide Number Placeholder 4">
            <a:extLst>
              <a:ext uri="{FF2B5EF4-FFF2-40B4-BE49-F238E27FC236}">
                <a16:creationId xmlns:a16="http://schemas.microsoft.com/office/drawing/2014/main" id="{C78C8E50-2070-48F3-9B73-9840ED215F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B4129B-18F1-40E3-9151-83C360D6DFD1}" type="slidenum">
              <a:rPr lang="nl-NL" smtClean="0"/>
              <a:t>‹#›</a:t>
            </a:fld>
            <a:endParaRPr lang="nl-NL"/>
          </a:p>
        </p:txBody>
      </p:sp>
    </p:spTree>
    <p:extLst>
      <p:ext uri="{BB962C8B-B14F-4D97-AF65-F5344CB8AC3E}">
        <p14:creationId xmlns:p14="http://schemas.microsoft.com/office/powerpoint/2010/main" val="29640351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A05715-7C45-4324-8BD1-E2DB0356D632}" type="datetimeFigureOut">
              <a:rPr lang="nl-NL" smtClean="0"/>
              <a:t>11-8-2025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946A80-DDC1-4B3C-85B5-D4E9A6E31DDC}" type="slidenum">
              <a:rPr lang="nl-NL" smtClean="0"/>
              <a:t>‹#›</a:t>
            </a:fld>
            <a:endParaRPr lang="nl-NL"/>
          </a:p>
        </p:txBody>
      </p:sp>
    </p:spTree>
    <p:extLst>
      <p:ext uri="{BB962C8B-B14F-4D97-AF65-F5344CB8AC3E}">
        <p14:creationId xmlns:p14="http://schemas.microsoft.com/office/powerpoint/2010/main" val="128583751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2</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3806444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3</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253666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4</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2221076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5</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2552542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6</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1453905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7</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2813420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8</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76153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9</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3494884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10</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990194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11</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3086948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12</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1276060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13</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1382854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14</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4204517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15</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2955922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16</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3324879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17</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3375176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18</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3965238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19</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2155472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20</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14079747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21</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3651356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22</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4205499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23</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9813251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24</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12308556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0946A80-DDC1-4B3C-85B5-D4E9A6E31DDC}" type="slidenum">
              <a:rPr lang="nl-NL" smtClean="0"/>
              <a:t>25</a:t>
            </a:fld>
            <a:endParaRPr lang="nl-NL"/>
          </a:p>
        </p:txBody>
      </p:sp>
      <p:sp>
        <p:nvSpPr>
          <p:cNvPr id="5" name="Footer Placeholder 4">
            <a:extLst>
              <a:ext uri="{FF2B5EF4-FFF2-40B4-BE49-F238E27FC236}">
                <a16:creationId xmlns:a16="http://schemas.microsoft.com/office/drawing/2014/main" id="{E00D7A37-3B47-4D22-B307-54984428EA29}"/>
              </a:ext>
            </a:extLst>
          </p:cNvPr>
          <p:cNvSpPr>
            <a:spLocks noGrp="1"/>
          </p:cNvSpPr>
          <p:nvPr>
            <p:ph type="ftr" sz="quarter" idx="4"/>
          </p:nvPr>
        </p:nvSpPr>
        <p:spPr/>
        <p:txBody>
          <a:bodyPr/>
          <a:lstStyle/>
          <a:p>
            <a:endParaRPr lang="nl-NL"/>
          </a:p>
        </p:txBody>
      </p:sp>
    </p:spTree>
    <p:extLst>
      <p:ext uri="{BB962C8B-B14F-4D97-AF65-F5344CB8AC3E}">
        <p14:creationId xmlns:p14="http://schemas.microsoft.com/office/powerpoint/2010/main" val="42862994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N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1092767" y="1413725"/>
            <a:ext cx="10060786" cy="1776044"/>
          </a:xfrm>
          <a:prstGeom prst="rect">
            <a:avLst/>
          </a:prstGeom>
        </p:spPr>
        <p:txBody>
          <a:bodyPr tIns="36000" bIns="36000" anchor="t">
            <a:noAutofit/>
          </a:bodyPr>
          <a:lstStyle>
            <a:lvl1pPr>
              <a:lnSpc>
                <a:spcPts val="6000"/>
              </a:lnSpc>
              <a:defRPr sz="6000" b="1" i="0" cap="none" baseline="0">
                <a:solidFill>
                  <a:schemeClr val="bg1"/>
                </a:solidFill>
                <a:latin typeface="+mn-lt"/>
              </a:defRPr>
            </a:lvl1pPr>
          </a:lstStyle>
          <a:p>
            <a:r>
              <a:rPr lang="nl-NL" dirty="0"/>
              <a:t>De titel van de </a:t>
            </a:r>
            <a:r>
              <a:rPr lang="nl-NL" dirty="0" err="1"/>
              <a:t>powerpoint</a:t>
            </a:r>
            <a:r>
              <a:rPr lang="nl-NL" dirty="0"/>
              <a:t> eventueel over 2 regels</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1092767" y="3216340"/>
            <a:ext cx="10060786" cy="781502"/>
          </a:xfrm>
          <a:prstGeom prst="rect">
            <a:avLst/>
          </a:prstGeom>
        </p:spPr>
        <p:txBody>
          <a:bodyPr tIns="0" bIns="0">
            <a:noAutofit/>
          </a:bodyPr>
          <a:lstStyle>
            <a:lvl1pPr marL="0" indent="0">
              <a:lnSpc>
                <a:spcPts val="2200"/>
              </a:lnSpc>
              <a:spcBef>
                <a:spcPts val="0"/>
              </a:spcBef>
              <a:buNone/>
              <a:defRPr sz="2400" b="0"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Plaats voor een eventueel </a:t>
            </a:r>
            <a:r>
              <a:rPr lang="nl-NL" dirty="0" err="1"/>
              <a:t>subtekstje</a:t>
            </a:r>
            <a:endParaRPr lang="nl-NL" dirty="0"/>
          </a:p>
        </p:txBody>
      </p:sp>
      <p:sp>
        <p:nvSpPr>
          <p:cNvPr id="11" name="Tijdelijke aanduiding voor datum 1">
            <a:extLst>
              <a:ext uri="{FF2B5EF4-FFF2-40B4-BE49-F238E27FC236}">
                <a16:creationId xmlns:a16="http://schemas.microsoft.com/office/drawing/2014/main" id="{57BBD295-75D0-4948-AD46-6F4ED37946B7}"/>
              </a:ext>
            </a:extLst>
          </p:cNvPr>
          <p:cNvSpPr>
            <a:spLocks noGrp="1"/>
          </p:cNvSpPr>
          <p:nvPr>
            <p:ph type="dt" sz="half" idx="13"/>
          </p:nvPr>
        </p:nvSpPr>
        <p:spPr>
          <a:xfrm>
            <a:off x="1177831" y="5497440"/>
            <a:ext cx="1872208" cy="288032"/>
          </a:xfrm>
          <a:prstGeom prst="rect">
            <a:avLst/>
          </a:prstGeom>
        </p:spPr>
        <p:txBody>
          <a:bodyPr lIns="0" tIns="0" rIns="0" bIns="0"/>
          <a:lstStyle>
            <a:lvl1pPr>
              <a:defRPr sz="1600" b="0" i="0" cap="all" baseline="0">
                <a:solidFill>
                  <a:schemeClr val="bg1"/>
                </a:solidFill>
              </a:defRPr>
            </a:lvl1pPr>
          </a:lstStyle>
          <a:p>
            <a:endParaRPr lang="nl-NL" dirty="0"/>
          </a:p>
        </p:txBody>
      </p:sp>
    </p:spTree>
    <p:extLst>
      <p:ext uri="{BB962C8B-B14F-4D97-AF65-F5344CB8AC3E}">
        <p14:creationId xmlns:p14="http://schemas.microsoft.com/office/powerpoint/2010/main" val="350664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1092767" y="1413725"/>
            <a:ext cx="10060786" cy="1776044"/>
          </a:xfrm>
          <a:prstGeom prst="rect">
            <a:avLst/>
          </a:prstGeom>
        </p:spPr>
        <p:txBody>
          <a:bodyPr tIns="36000" bIns="36000" anchor="t">
            <a:noAutofit/>
          </a:bodyPr>
          <a:lstStyle>
            <a:lvl1pPr>
              <a:lnSpc>
                <a:spcPts val="6000"/>
              </a:lnSpc>
              <a:defRPr sz="6000" b="1" i="0" cap="none" baseline="0">
                <a:solidFill>
                  <a:schemeClr val="bg1"/>
                </a:solidFill>
                <a:latin typeface="+mn-lt"/>
              </a:defRPr>
            </a:lvl1pPr>
          </a:lstStyle>
          <a:p>
            <a:r>
              <a:rPr lang="nl-NL" dirty="0"/>
              <a:t>De titel van de </a:t>
            </a:r>
            <a:r>
              <a:rPr lang="nl-NL" dirty="0" err="1"/>
              <a:t>powerpoint</a:t>
            </a:r>
            <a:r>
              <a:rPr lang="nl-NL" dirty="0"/>
              <a:t> eventueel over 2 regels</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1092767" y="3216340"/>
            <a:ext cx="10060786" cy="781502"/>
          </a:xfrm>
          <a:prstGeom prst="rect">
            <a:avLst/>
          </a:prstGeom>
        </p:spPr>
        <p:txBody>
          <a:bodyPr tIns="0" bIns="0">
            <a:noAutofit/>
          </a:bodyPr>
          <a:lstStyle>
            <a:lvl1pPr marL="0" indent="0">
              <a:lnSpc>
                <a:spcPts val="2200"/>
              </a:lnSpc>
              <a:spcBef>
                <a:spcPts val="0"/>
              </a:spcBef>
              <a:buNone/>
              <a:defRPr sz="2400" b="0"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Plaats voor een eventueel </a:t>
            </a:r>
            <a:r>
              <a:rPr lang="nl-NL" dirty="0" err="1"/>
              <a:t>subtekstje</a:t>
            </a:r>
            <a:endParaRPr lang="nl-NL" dirty="0"/>
          </a:p>
        </p:txBody>
      </p:sp>
      <p:sp>
        <p:nvSpPr>
          <p:cNvPr id="11" name="Tijdelijke aanduiding voor datum 1">
            <a:extLst>
              <a:ext uri="{FF2B5EF4-FFF2-40B4-BE49-F238E27FC236}">
                <a16:creationId xmlns:a16="http://schemas.microsoft.com/office/drawing/2014/main" id="{57BBD295-75D0-4948-AD46-6F4ED37946B7}"/>
              </a:ext>
            </a:extLst>
          </p:cNvPr>
          <p:cNvSpPr>
            <a:spLocks noGrp="1"/>
          </p:cNvSpPr>
          <p:nvPr>
            <p:ph type="dt" sz="half" idx="13"/>
          </p:nvPr>
        </p:nvSpPr>
        <p:spPr>
          <a:xfrm>
            <a:off x="1177831" y="5497440"/>
            <a:ext cx="1872208" cy="288032"/>
          </a:xfrm>
          <a:prstGeom prst="rect">
            <a:avLst/>
          </a:prstGeom>
        </p:spPr>
        <p:txBody>
          <a:bodyPr lIns="0" tIns="0" rIns="0" bIns="0"/>
          <a:lstStyle>
            <a:lvl1pPr>
              <a:defRPr sz="1600" b="0" i="0" cap="all" baseline="0">
                <a:solidFill>
                  <a:schemeClr val="bg1"/>
                </a:solidFill>
              </a:defRPr>
            </a:lvl1pPr>
          </a:lstStyle>
          <a:p>
            <a:endParaRPr lang="nl-NL" dirty="0"/>
          </a:p>
        </p:txBody>
      </p:sp>
    </p:spTree>
    <p:extLst>
      <p:ext uri="{BB962C8B-B14F-4D97-AF65-F5344CB8AC3E}">
        <p14:creationId xmlns:p14="http://schemas.microsoft.com/office/powerpoint/2010/main" val="1464241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ard (blau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chemeClr val="bg1"/>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10573246"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3348596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kolommen (blau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chemeClr val="bg1"/>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5211415"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tekst 2">
            <a:extLst>
              <a:ext uri="{FF2B5EF4-FFF2-40B4-BE49-F238E27FC236}">
                <a16:creationId xmlns:a16="http://schemas.microsoft.com/office/drawing/2014/main" id="{DA009AEB-C1EE-4E2D-BBD7-DD78F4BB5C63}"/>
              </a:ext>
            </a:extLst>
          </p:cNvPr>
          <p:cNvSpPr>
            <a:spLocks noGrp="1"/>
          </p:cNvSpPr>
          <p:nvPr>
            <p:ph idx="13"/>
          </p:nvPr>
        </p:nvSpPr>
        <p:spPr>
          <a:xfrm>
            <a:off x="6246416" y="2494724"/>
            <a:ext cx="5211415"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3490373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ard (oranj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chemeClr val="bg1"/>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10573246"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1382742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kolommen (oranj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chemeClr val="bg1"/>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5211415"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tekst 2">
            <a:extLst>
              <a:ext uri="{FF2B5EF4-FFF2-40B4-BE49-F238E27FC236}">
                <a16:creationId xmlns:a16="http://schemas.microsoft.com/office/drawing/2014/main" id="{DA009AEB-C1EE-4E2D-BBD7-DD78F4BB5C63}"/>
              </a:ext>
            </a:extLst>
          </p:cNvPr>
          <p:cNvSpPr>
            <a:spLocks noGrp="1"/>
          </p:cNvSpPr>
          <p:nvPr>
            <p:ph idx="13"/>
          </p:nvPr>
        </p:nvSpPr>
        <p:spPr>
          <a:xfrm>
            <a:off x="6246416" y="2494724"/>
            <a:ext cx="5211415"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2168075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ard (paa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chemeClr val="bg1"/>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10573246"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2284870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kolommen (paa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chemeClr val="bg1"/>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5211415"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tekst 2">
            <a:extLst>
              <a:ext uri="{FF2B5EF4-FFF2-40B4-BE49-F238E27FC236}">
                <a16:creationId xmlns:a16="http://schemas.microsoft.com/office/drawing/2014/main" id="{DA009AEB-C1EE-4E2D-BBD7-DD78F4BB5C63}"/>
              </a:ext>
            </a:extLst>
          </p:cNvPr>
          <p:cNvSpPr>
            <a:spLocks noGrp="1"/>
          </p:cNvSpPr>
          <p:nvPr>
            <p:ph idx="13"/>
          </p:nvPr>
        </p:nvSpPr>
        <p:spPr>
          <a:xfrm>
            <a:off x="6246416" y="2494724"/>
            <a:ext cx="5211415"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3928265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ndaard (lichtblau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chemeClr val="bg1"/>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10573246"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3831824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kolommen (lichtblau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chemeClr val="bg1"/>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5211415"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tekst 2">
            <a:extLst>
              <a:ext uri="{FF2B5EF4-FFF2-40B4-BE49-F238E27FC236}">
                <a16:creationId xmlns:a16="http://schemas.microsoft.com/office/drawing/2014/main" id="{DA009AEB-C1EE-4E2D-BBD7-DD78F4BB5C63}"/>
              </a:ext>
            </a:extLst>
          </p:cNvPr>
          <p:cNvSpPr>
            <a:spLocks noGrp="1"/>
          </p:cNvSpPr>
          <p:nvPr>
            <p:ph idx="13"/>
          </p:nvPr>
        </p:nvSpPr>
        <p:spPr>
          <a:xfrm>
            <a:off x="6246416" y="2494724"/>
            <a:ext cx="5211415" cy="2636214"/>
          </a:xfrm>
          <a:prstGeom prst="rect">
            <a:avLst/>
          </a:prstGeom>
        </p:spPr>
        <p:txBody>
          <a:bodyPr vert="horz" lIns="91440" tIns="45720" rIns="91440" bIns="45720" rtlCol="0">
            <a:normAutofit/>
          </a:bodyPr>
          <a:lstStyle>
            <a:lvl1pPr marL="342900" indent="-342900">
              <a:buClr>
                <a:schemeClr val="bg1"/>
              </a:buClr>
              <a:buSzPct val="125000"/>
              <a:buFont typeface="Arial" panose="020B0604020202020204" pitchFamily="34" charset="0"/>
              <a:buChar char="•"/>
              <a:defRPr sz="1900" baseline="0">
                <a:solidFill>
                  <a:schemeClr val="bg1"/>
                </a:solidFill>
              </a:defRPr>
            </a:lvl1pPr>
            <a:lvl2pPr marL="600075" indent="-257175">
              <a:buClr>
                <a:schemeClr val="bg1"/>
              </a:buClr>
              <a:buSzPct val="125000"/>
              <a:buFont typeface="Arial" panose="020B0604020202020204" pitchFamily="34" charset="0"/>
              <a:buChar char="•"/>
              <a:defRPr sz="1900" baseline="0">
                <a:solidFill>
                  <a:schemeClr val="bg1"/>
                </a:solidFill>
              </a:defRPr>
            </a:lvl2pPr>
            <a:lvl3pPr marL="942975" indent="-257175">
              <a:buClr>
                <a:schemeClr val="bg1"/>
              </a:buClr>
              <a:buSzPct val="125000"/>
              <a:buFont typeface="Arial" panose="020B0604020202020204" pitchFamily="34" charset="0"/>
              <a:buChar char="•"/>
              <a:defRPr sz="1900" baseline="0">
                <a:solidFill>
                  <a:schemeClr val="bg1"/>
                </a:solidFill>
              </a:defRPr>
            </a:lvl3pPr>
            <a:lvl4pPr marL="1243013" indent="-214313">
              <a:buClr>
                <a:schemeClr val="bg1"/>
              </a:buClr>
              <a:buSzPct val="125000"/>
              <a:buFont typeface="Arial" panose="020B0604020202020204" pitchFamily="34" charset="0"/>
              <a:buChar char="•"/>
              <a:defRPr sz="1900" baseline="0">
                <a:solidFill>
                  <a:schemeClr val="bg1"/>
                </a:solidFill>
              </a:defRPr>
            </a:lvl4pPr>
            <a:lvl5pPr marL="1585913" indent="-214313">
              <a:buClr>
                <a:schemeClr val="bg1"/>
              </a:buClr>
              <a:buSzPct val="125000"/>
              <a:buFont typeface="Arial" panose="020B0604020202020204" pitchFamily="34" charset="0"/>
              <a:buChar char="•"/>
              <a:defRPr sz="1900" baseline="0">
                <a:solidFill>
                  <a:schemeClr val="bg1"/>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2590159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ard (wi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rgbClr val="016298"/>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rgbClr val="016298"/>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10573246" cy="2636214"/>
          </a:xfrm>
          <a:prstGeom prst="rect">
            <a:avLst/>
          </a:prstGeom>
        </p:spPr>
        <p:txBody>
          <a:bodyPr vert="horz" lIns="91440" tIns="45720" rIns="91440" bIns="45720" rtlCol="0">
            <a:normAutofit/>
          </a:bodyPr>
          <a:lstStyle>
            <a:lvl1pPr marL="342900" indent="-342900">
              <a:buClr>
                <a:srgbClr val="00A4D4"/>
              </a:buClr>
              <a:buSzPct val="125000"/>
              <a:buFont typeface="Arial" panose="020B0604020202020204" pitchFamily="34" charset="0"/>
              <a:buChar char="•"/>
              <a:defRPr sz="1900" baseline="0">
                <a:solidFill>
                  <a:srgbClr val="016298"/>
                </a:solidFill>
              </a:defRPr>
            </a:lvl1pPr>
            <a:lvl2pPr marL="600075" indent="-257175">
              <a:buClr>
                <a:srgbClr val="00A4D4"/>
              </a:buClr>
              <a:buSzPct val="125000"/>
              <a:buFont typeface="Arial" panose="020B0604020202020204" pitchFamily="34" charset="0"/>
              <a:buChar char="•"/>
              <a:defRPr sz="1900" baseline="0">
                <a:solidFill>
                  <a:srgbClr val="016298"/>
                </a:solidFill>
              </a:defRPr>
            </a:lvl2pPr>
            <a:lvl3pPr marL="942975" indent="-257175">
              <a:buClr>
                <a:srgbClr val="00A4D4"/>
              </a:buClr>
              <a:buSzPct val="125000"/>
              <a:buFont typeface="Arial" panose="020B0604020202020204" pitchFamily="34" charset="0"/>
              <a:buChar char="•"/>
              <a:defRPr sz="1900" baseline="0">
                <a:solidFill>
                  <a:srgbClr val="016298"/>
                </a:solidFill>
              </a:defRPr>
            </a:lvl3pPr>
            <a:lvl4pPr marL="1243013" indent="-214313">
              <a:buClr>
                <a:srgbClr val="00A4D4"/>
              </a:buClr>
              <a:buSzPct val="125000"/>
              <a:buFont typeface="Arial" panose="020B0604020202020204" pitchFamily="34" charset="0"/>
              <a:buChar char="•"/>
              <a:defRPr sz="1900" baseline="0">
                <a:solidFill>
                  <a:srgbClr val="016298"/>
                </a:solidFill>
              </a:defRPr>
            </a:lvl4pPr>
            <a:lvl5pPr marL="1585913" indent="-214313">
              <a:buClr>
                <a:srgbClr val="00A4D4"/>
              </a:buClr>
              <a:buSzPct val="125000"/>
              <a:buFont typeface="Arial" panose="020B0604020202020204" pitchFamily="34" charset="0"/>
              <a:buChar char="•"/>
              <a:defRPr sz="1900" baseline="0">
                <a:solidFill>
                  <a:srgbClr val="016298"/>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36744179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kolommen (wi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CF06BA0D-5744-40F2-BD06-CFB22A6E5E62}"/>
              </a:ext>
            </a:extLst>
          </p:cNvPr>
          <p:cNvSpPr>
            <a:spLocks noGrp="1"/>
          </p:cNvSpPr>
          <p:nvPr>
            <p:ph type="title" hasCustomPrompt="1"/>
          </p:nvPr>
        </p:nvSpPr>
        <p:spPr>
          <a:xfrm>
            <a:off x="884584" y="780299"/>
            <a:ext cx="10573247" cy="457200"/>
          </a:xfrm>
          <a:prstGeom prst="rect">
            <a:avLst/>
          </a:prstGeom>
        </p:spPr>
        <p:txBody>
          <a:bodyPr tIns="36000" bIns="36000" anchor="t">
            <a:noAutofit/>
          </a:bodyPr>
          <a:lstStyle>
            <a:lvl1pPr>
              <a:defRPr sz="3000" b="1" i="0" cap="none" baseline="0">
                <a:solidFill>
                  <a:srgbClr val="016298"/>
                </a:solidFill>
                <a:latin typeface="+mn-lt"/>
              </a:defRPr>
            </a:lvl1pPr>
          </a:lstStyle>
          <a:p>
            <a:r>
              <a:rPr lang="nl-NL" dirty="0"/>
              <a:t>Kop van onderwerp</a:t>
            </a:r>
          </a:p>
        </p:txBody>
      </p:sp>
      <p:sp>
        <p:nvSpPr>
          <p:cNvPr id="8" name="Tijdelijke aanduiding voor tekst 3">
            <a:extLst>
              <a:ext uri="{FF2B5EF4-FFF2-40B4-BE49-F238E27FC236}">
                <a16:creationId xmlns:a16="http://schemas.microsoft.com/office/drawing/2014/main" id="{23CABEFD-44D4-4592-82C2-6F2671BA8099}"/>
              </a:ext>
            </a:extLst>
          </p:cNvPr>
          <p:cNvSpPr>
            <a:spLocks noGrp="1"/>
          </p:cNvSpPr>
          <p:nvPr>
            <p:ph type="body" sz="half" idx="2" hasCustomPrompt="1"/>
          </p:nvPr>
        </p:nvSpPr>
        <p:spPr>
          <a:xfrm>
            <a:off x="887514" y="1749287"/>
            <a:ext cx="10573246" cy="543287"/>
          </a:xfrm>
          <a:prstGeom prst="rect">
            <a:avLst/>
          </a:prstGeom>
        </p:spPr>
        <p:txBody>
          <a:bodyPr tIns="0" bIns="0">
            <a:noAutofit/>
          </a:bodyPr>
          <a:lstStyle>
            <a:lvl1pPr marL="0" indent="0">
              <a:lnSpc>
                <a:spcPts val="2200"/>
              </a:lnSpc>
              <a:spcBef>
                <a:spcPts val="0"/>
              </a:spcBef>
              <a:buNone/>
              <a:defRPr sz="2400" b="1" i="0" cap="none" baseline="0">
                <a:solidFill>
                  <a:srgbClr val="016298"/>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Titel van tussenkopje</a:t>
            </a:r>
          </a:p>
        </p:txBody>
      </p:sp>
      <p:sp>
        <p:nvSpPr>
          <p:cNvPr id="9" name="Tijdelijke aanduiding voor tekst 2">
            <a:extLst>
              <a:ext uri="{FF2B5EF4-FFF2-40B4-BE49-F238E27FC236}">
                <a16:creationId xmlns:a16="http://schemas.microsoft.com/office/drawing/2014/main" id="{184BAB4A-64DD-46F9-852F-D75CDD7D119C}"/>
              </a:ext>
            </a:extLst>
          </p:cNvPr>
          <p:cNvSpPr>
            <a:spLocks noGrp="1"/>
          </p:cNvSpPr>
          <p:nvPr>
            <p:ph idx="12"/>
          </p:nvPr>
        </p:nvSpPr>
        <p:spPr>
          <a:xfrm>
            <a:off x="884585" y="2504662"/>
            <a:ext cx="5211415" cy="2636214"/>
          </a:xfrm>
          <a:prstGeom prst="rect">
            <a:avLst/>
          </a:prstGeom>
        </p:spPr>
        <p:txBody>
          <a:bodyPr vert="horz" lIns="91440" tIns="45720" rIns="91440" bIns="45720" rtlCol="0">
            <a:normAutofit/>
          </a:bodyPr>
          <a:lstStyle>
            <a:lvl1pPr marL="342900" indent="-342900">
              <a:buClr>
                <a:srgbClr val="00A4D4"/>
              </a:buClr>
              <a:buSzPct val="125000"/>
              <a:buFont typeface="Arial" panose="020B0604020202020204" pitchFamily="34" charset="0"/>
              <a:buChar char="•"/>
              <a:defRPr sz="1900" baseline="0">
                <a:solidFill>
                  <a:srgbClr val="016298"/>
                </a:solidFill>
              </a:defRPr>
            </a:lvl1pPr>
            <a:lvl2pPr marL="600075" indent="-257175">
              <a:buClr>
                <a:srgbClr val="00A4D4"/>
              </a:buClr>
              <a:buSzPct val="125000"/>
              <a:buFont typeface="Arial" panose="020B0604020202020204" pitchFamily="34" charset="0"/>
              <a:buChar char="•"/>
              <a:defRPr sz="1900" baseline="0">
                <a:solidFill>
                  <a:srgbClr val="016298"/>
                </a:solidFill>
              </a:defRPr>
            </a:lvl2pPr>
            <a:lvl3pPr marL="942975" indent="-257175">
              <a:buClr>
                <a:srgbClr val="00A4D4"/>
              </a:buClr>
              <a:buSzPct val="125000"/>
              <a:buFont typeface="Arial" panose="020B0604020202020204" pitchFamily="34" charset="0"/>
              <a:buChar char="•"/>
              <a:defRPr sz="1900" baseline="0">
                <a:solidFill>
                  <a:srgbClr val="016298"/>
                </a:solidFill>
              </a:defRPr>
            </a:lvl3pPr>
            <a:lvl4pPr marL="1243013" indent="-214313">
              <a:buClr>
                <a:srgbClr val="00A4D4"/>
              </a:buClr>
              <a:buSzPct val="125000"/>
              <a:buFont typeface="Arial" panose="020B0604020202020204" pitchFamily="34" charset="0"/>
              <a:buChar char="•"/>
              <a:defRPr sz="1900" baseline="0">
                <a:solidFill>
                  <a:srgbClr val="016298"/>
                </a:solidFill>
              </a:defRPr>
            </a:lvl4pPr>
            <a:lvl5pPr marL="1585913" indent="-214313">
              <a:buClr>
                <a:srgbClr val="00A4D4"/>
              </a:buClr>
              <a:buSzPct val="125000"/>
              <a:buFont typeface="Arial" panose="020B0604020202020204" pitchFamily="34" charset="0"/>
              <a:buChar char="•"/>
              <a:defRPr sz="1900" baseline="0">
                <a:solidFill>
                  <a:srgbClr val="016298"/>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5" name="Tijdelijke aanduiding voor tekst 2">
            <a:extLst>
              <a:ext uri="{FF2B5EF4-FFF2-40B4-BE49-F238E27FC236}">
                <a16:creationId xmlns:a16="http://schemas.microsoft.com/office/drawing/2014/main" id="{DA009AEB-C1EE-4E2D-BBD7-DD78F4BB5C63}"/>
              </a:ext>
            </a:extLst>
          </p:cNvPr>
          <p:cNvSpPr>
            <a:spLocks noGrp="1"/>
          </p:cNvSpPr>
          <p:nvPr>
            <p:ph idx="13"/>
          </p:nvPr>
        </p:nvSpPr>
        <p:spPr>
          <a:xfrm>
            <a:off x="6246416" y="2494724"/>
            <a:ext cx="5211415" cy="2636214"/>
          </a:xfrm>
          <a:prstGeom prst="rect">
            <a:avLst/>
          </a:prstGeom>
        </p:spPr>
        <p:txBody>
          <a:bodyPr vert="horz" lIns="91440" tIns="45720" rIns="91440" bIns="45720" rtlCol="0">
            <a:normAutofit/>
          </a:bodyPr>
          <a:lstStyle>
            <a:lvl1pPr marL="342900" indent="-342900">
              <a:buClr>
                <a:srgbClr val="00A4D4"/>
              </a:buClr>
              <a:buSzPct val="125000"/>
              <a:buFont typeface="Arial" panose="020B0604020202020204" pitchFamily="34" charset="0"/>
              <a:buChar char="•"/>
              <a:defRPr sz="1900" baseline="0">
                <a:solidFill>
                  <a:srgbClr val="016298"/>
                </a:solidFill>
              </a:defRPr>
            </a:lvl1pPr>
            <a:lvl2pPr marL="600075" indent="-257175">
              <a:buClr>
                <a:srgbClr val="00A4D4"/>
              </a:buClr>
              <a:buSzPct val="125000"/>
              <a:buFont typeface="Arial" panose="020B0604020202020204" pitchFamily="34" charset="0"/>
              <a:buChar char="•"/>
              <a:defRPr sz="1900" baseline="0">
                <a:solidFill>
                  <a:srgbClr val="016298"/>
                </a:solidFill>
              </a:defRPr>
            </a:lvl2pPr>
            <a:lvl3pPr marL="942975" indent="-257175">
              <a:buClr>
                <a:srgbClr val="00A4D4"/>
              </a:buClr>
              <a:buSzPct val="125000"/>
              <a:buFont typeface="Arial" panose="020B0604020202020204" pitchFamily="34" charset="0"/>
              <a:buChar char="•"/>
              <a:defRPr sz="1900" baseline="0">
                <a:solidFill>
                  <a:srgbClr val="016298"/>
                </a:solidFill>
              </a:defRPr>
            </a:lvl3pPr>
            <a:lvl4pPr marL="1243013" indent="-214313">
              <a:buClr>
                <a:srgbClr val="00A4D4"/>
              </a:buClr>
              <a:buSzPct val="125000"/>
              <a:buFont typeface="Arial" panose="020B0604020202020204" pitchFamily="34" charset="0"/>
              <a:buChar char="•"/>
              <a:defRPr sz="1900" baseline="0">
                <a:solidFill>
                  <a:srgbClr val="016298"/>
                </a:solidFill>
              </a:defRPr>
            </a:lvl4pPr>
            <a:lvl5pPr marL="1585913" indent="-214313">
              <a:buClr>
                <a:srgbClr val="00A4D4"/>
              </a:buClr>
              <a:buSzPct val="125000"/>
              <a:buFont typeface="Arial" panose="020B0604020202020204" pitchFamily="34" charset="0"/>
              <a:buChar char="•"/>
              <a:defRPr sz="1900" baseline="0">
                <a:solidFill>
                  <a:srgbClr val="016298"/>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4236005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fbeelding &amp; tek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jdelijke aanduiding voor afbeelding 2"/>
          <p:cNvSpPr>
            <a:spLocks noGrp="1"/>
          </p:cNvSpPr>
          <p:nvPr>
            <p:ph type="pic" idx="1"/>
          </p:nvPr>
        </p:nvSpPr>
        <p:spPr>
          <a:xfrm>
            <a:off x="0" y="0"/>
            <a:ext cx="6096000" cy="6858000"/>
          </a:xfrm>
          <a:prstGeom prst="rect">
            <a:avLst/>
          </a:prstGeom>
          <a:solidFill>
            <a:srgbClr val="E2E2E2"/>
          </a:solidFill>
        </p:spPr>
        <p:txBody>
          <a:bodyPr>
            <a:normAutofit/>
          </a:bodyPr>
          <a:lstStyle>
            <a:lvl1pPr marL="0" indent="0">
              <a:buNone/>
              <a:defRPr sz="1050" i="1">
                <a:solidFill>
                  <a:srgbClr val="016298"/>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nl-NL" dirty="0"/>
          </a:p>
        </p:txBody>
      </p:sp>
      <p:sp>
        <p:nvSpPr>
          <p:cNvPr id="7" name="Titel 1">
            <a:extLst>
              <a:ext uri="{FF2B5EF4-FFF2-40B4-BE49-F238E27FC236}">
                <a16:creationId xmlns:a16="http://schemas.microsoft.com/office/drawing/2014/main" id="{AF64DA41-6DB2-4260-9AA2-E471DC97DEE3}"/>
              </a:ext>
            </a:extLst>
          </p:cNvPr>
          <p:cNvSpPr>
            <a:spLocks noGrp="1"/>
          </p:cNvSpPr>
          <p:nvPr>
            <p:ph type="title" hasCustomPrompt="1"/>
          </p:nvPr>
        </p:nvSpPr>
        <p:spPr>
          <a:xfrm>
            <a:off x="6839707" y="382300"/>
            <a:ext cx="4578366" cy="1002322"/>
          </a:xfrm>
          <a:prstGeom prst="rect">
            <a:avLst/>
          </a:prstGeom>
        </p:spPr>
        <p:txBody>
          <a:bodyPr tIns="36000" bIns="36000" anchor="t">
            <a:noAutofit/>
          </a:bodyPr>
          <a:lstStyle>
            <a:lvl1pPr>
              <a:defRPr sz="3000" b="1" i="0" cap="none" baseline="0">
                <a:solidFill>
                  <a:srgbClr val="016298"/>
                </a:solidFill>
                <a:latin typeface="+mn-lt"/>
              </a:defRPr>
            </a:lvl1pPr>
          </a:lstStyle>
          <a:p>
            <a:r>
              <a:rPr lang="nl-NL" dirty="0"/>
              <a:t>Kop van onderwerp</a:t>
            </a:r>
          </a:p>
        </p:txBody>
      </p:sp>
      <p:sp>
        <p:nvSpPr>
          <p:cNvPr id="8" name="Tijdelijke aanduiding voor tekst 2">
            <a:extLst>
              <a:ext uri="{FF2B5EF4-FFF2-40B4-BE49-F238E27FC236}">
                <a16:creationId xmlns:a16="http://schemas.microsoft.com/office/drawing/2014/main" id="{E534649A-709A-4B85-ADA8-E89F98A9AE9E}"/>
              </a:ext>
            </a:extLst>
          </p:cNvPr>
          <p:cNvSpPr>
            <a:spLocks noGrp="1"/>
          </p:cNvSpPr>
          <p:nvPr>
            <p:ph idx="12"/>
          </p:nvPr>
        </p:nvSpPr>
        <p:spPr>
          <a:xfrm>
            <a:off x="6839707" y="1742204"/>
            <a:ext cx="4578366" cy="3903222"/>
          </a:xfrm>
          <a:prstGeom prst="rect">
            <a:avLst/>
          </a:prstGeom>
        </p:spPr>
        <p:txBody>
          <a:bodyPr vert="horz" lIns="91440" tIns="45720" rIns="91440" bIns="45720" rtlCol="0">
            <a:normAutofit/>
          </a:bodyPr>
          <a:lstStyle>
            <a:lvl1pPr marL="342900" indent="-342900">
              <a:buClr>
                <a:srgbClr val="00A4D4"/>
              </a:buClr>
              <a:buSzPct val="125000"/>
              <a:buFont typeface="Arial" panose="020B0604020202020204" pitchFamily="34" charset="0"/>
              <a:buChar char="•"/>
              <a:defRPr sz="1900" baseline="0">
                <a:solidFill>
                  <a:srgbClr val="016298"/>
                </a:solidFill>
              </a:defRPr>
            </a:lvl1pPr>
            <a:lvl2pPr marL="600075" indent="-257175">
              <a:buClr>
                <a:srgbClr val="00A4D4"/>
              </a:buClr>
              <a:buSzPct val="125000"/>
              <a:buFont typeface="Arial" panose="020B0604020202020204" pitchFamily="34" charset="0"/>
              <a:buChar char="•"/>
              <a:defRPr sz="1900" baseline="0">
                <a:solidFill>
                  <a:srgbClr val="016298"/>
                </a:solidFill>
              </a:defRPr>
            </a:lvl2pPr>
            <a:lvl3pPr marL="942975" indent="-257175">
              <a:buClr>
                <a:srgbClr val="00A4D4"/>
              </a:buClr>
              <a:buSzPct val="125000"/>
              <a:buFont typeface="Arial" panose="020B0604020202020204" pitchFamily="34" charset="0"/>
              <a:buChar char="•"/>
              <a:defRPr sz="1900" baseline="0">
                <a:solidFill>
                  <a:srgbClr val="016298"/>
                </a:solidFill>
              </a:defRPr>
            </a:lvl3pPr>
            <a:lvl4pPr marL="1243013" indent="-214313">
              <a:buClr>
                <a:srgbClr val="00A4D4"/>
              </a:buClr>
              <a:buSzPct val="125000"/>
              <a:buFont typeface="Arial" panose="020B0604020202020204" pitchFamily="34" charset="0"/>
              <a:buChar char="•"/>
              <a:defRPr sz="1900" baseline="0">
                <a:solidFill>
                  <a:srgbClr val="016298"/>
                </a:solidFill>
              </a:defRPr>
            </a:lvl4pPr>
            <a:lvl5pPr marL="1585913" indent="-214313">
              <a:buClr>
                <a:srgbClr val="00A4D4"/>
              </a:buClr>
              <a:buSzPct val="125000"/>
              <a:buFont typeface="Arial" panose="020B0604020202020204" pitchFamily="34" charset="0"/>
              <a:buChar char="•"/>
              <a:defRPr sz="1900" baseline="0">
                <a:solidFill>
                  <a:srgbClr val="016298"/>
                </a:solidFill>
              </a:defRPr>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NL" dirty="0"/>
          </a:p>
        </p:txBody>
      </p:sp>
    </p:spTree>
    <p:extLst>
      <p:ext uri="{BB962C8B-B14F-4D97-AF65-F5344CB8AC3E}">
        <p14:creationId xmlns:p14="http://schemas.microsoft.com/office/powerpoint/2010/main" val="3518212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fbeel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jdelijke aanduiding voor afbeelding 2"/>
          <p:cNvSpPr>
            <a:spLocks noGrp="1"/>
          </p:cNvSpPr>
          <p:nvPr>
            <p:ph type="pic" idx="1"/>
          </p:nvPr>
        </p:nvSpPr>
        <p:spPr>
          <a:xfrm>
            <a:off x="0" y="0"/>
            <a:ext cx="12192764" cy="6454114"/>
          </a:xfrm>
          <a:custGeom>
            <a:avLst/>
            <a:gdLst>
              <a:gd name="connsiteX0" fmla="*/ 0 w 12192000"/>
              <a:gd name="connsiteY0" fmla="*/ 0 h 5849815"/>
              <a:gd name="connsiteX1" fmla="*/ 12192000 w 12192000"/>
              <a:gd name="connsiteY1" fmla="*/ 0 h 5849815"/>
              <a:gd name="connsiteX2" fmla="*/ 12192000 w 12192000"/>
              <a:gd name="connsiteY2" fmla="*/ 5849815 h 5849815"/>
              <a:gd name="connsiteX3" fmla="*/ 0 w 12192000"/>
              <a:gd name="connsiteY3" fmla="*/ 5849815 h 5849815"/>
              <a:gd name="connsiteX4" fmla="*/ 0 w 12192000"/>
              <a:gd name="connsiteY4" fmla="*/ 0 h 5849815"/>
              <a:gd name="connsiteX0" fmla="*/ 0 w 12192000"/>
              <a:gd name="connsiteY0" fmla="*/ 0 h 6454114"/>
              <a:gd name="connsiteX1" fmla="*/ 12192000 w 12192000"/>
              <a:gd name="connsiteY1" fmla="*/ 0 h 6454114"/>
              <a:gd name="connsiteX2" fmla="*/ 12192000 w 12192000"/>
              <a:gd name="connsiteY2" fmla="*/ 5849815 h 6454114"/>
              <a:gd name="connsiteX3" fmla="*/ 0 w 12192000"/>
              <a:gd name="connsiteY3" fmla="*/ 6454114 h 6454114"/>
              <a:gd name="connsiteX4" fmla="*/ 0 w 12192000"/>
              <a:gd name="connsiteY4" fmla="*/ 0 h 6454114"/>
              <a:gd name="connsiteX0" fmla="*/ 0 w 12199951"/>
              <a:gd name="connsiteY0" fmla="*/ 0 h 6454114"/>
              <a:gd name="connsiteX1" fmla="*/ 12192000 w 12199951"/>
              <a:gd name="connsiteY1" fmla="*/ 0 h 6454114"/>
              <a:gd name="connsiteX2" fmla="*/ 12199951 w 12199951"/>
              <a:gd name="connsiteY2" fmla="*/ 4816146 h 6454114"/>
              <a:gd name="connsiteX3" fmla="*/ 0 w 12199951"/>
              <a:gd name="connsiteY3" fmla="*/ 6454114 h 6454114"/>
              <a:gd name="connsiteX4" fmla="*/ 0 w 12199951"/>
              <a:gd name="connsiteY4" fmla="*/ 0 h 6454114"/>
              <a:gd name="connsiteX0" fmla="*/ 0 w 12192764"/>
              <a:gd name="connsiteY0" fmla="*/ 0 h 6454114"/>
              <a:gd name="connsiteX1" fmla="*/ 12192000 w 12192764"/>
              <a:gd name="connsiteY1" fmla="*/ 0 h 6454114"/>
              <a:gd name="connsiteX2" fmla="*/ 12192000 w 12192764"/>
              <a:gd name="connsiteY2" fmla="*/ 5285273 h 6454114"/>
              <a:gd name="connsiteX3" fmla="*/ 0 w 12192764"/>
              <a:gd name="connsiteY3" fmla="*/ 6454114 h 6454114"/>
              <a:gd name="connsiteX4" fmla="*/ 0 w 12192764"/>
              <a:gd name="connsiteY4" fmla="*/ 0 h 6454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764" h="6454114">
                <a:moveTo>
                  <a:pt x="0" y="0"/>
                </a:moveTo>
                <a:lnTo>
                  <a:pt x="12192000" y="0"/>
                </a:lnTo>
                <a:cubicBezTo>
                  <a:pt x="12194650" y="1605382"/>
                  <a:pt x="12189350" y="3679891"/>
                  <a:pt x="12192000" y="5285273"/>
                </a:cubicBezTo>
                <a:lnTo>
                  <a:pt x="0" y="6454114"/>
                </a:lnTo>
                <a:lnTo>
                  <a:pt x="0" y="0"/>
                </a:lnTo>
                <a:close/>
              </a:path>
            </a:pathLst>
          </a:custGeom>
          <a:solidFill>
            <a:srgbClr val="E2E2E2"/>
          </a:solidFill>
        </p:spPr>
        <p:txBody>
          <a:bodyPr>
            <a:normAutofit/>
          </a:bodyPr>
          <a:lstStyle>
            <a:lvl1pPr marL="0" indent="0">
              <a:buNone/>
              <a:defRPr sz="1050" i="1">
                <a:solidFill>
                  <a:srgbClr val="818080"/>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nl-NL" dirty="0"/>
          </a:p>
        </p:txBody>
      </p:sp>
    </p:spTree>
    <p:extLst>
      <p:ext uri="{BB962C8B-B14F-4D97-AF65-F5344CB8AC3E}">
        <p14:creationId xmlns:p14="http://schemas.microsoft.com/office/powerpoint/2010/main" val="422825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eel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5001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ee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1104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ee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2484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eeld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82356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eeld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754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eeld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842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eeld 7">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8152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ogan N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2677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ogan 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4406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ot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468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image" Target="../media/image11.jp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theme" Target="../theme/theme2.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48324"/>
      </p:ext>
    </p:extLst>
  </p:cSld>
  <p:clrMap bg1="lt1" tx1="dk1" bg2="lt2" tx2="dk2" accent1="accent1" accent2="accent2" accent3="accent3" accent4="accent4" accent5="accent5" accent6="accent6" hlink="hlink" folHlink="folHlink"/>
  <p:sldLayoutIdLst>
    <p:sldLayoutId id="2147483665" r:id="rId1"/>
    <p:sldLayoutId id="2147483667" r:id="rId2"/>
    <p:sldLayoutId id="2147483654" r:id="rId3"/>
    <p:sldLayoutId id="2147483681" r:id="rId4"/>
    <p:sldLayoutId id="2147483670" r:id="rId5"/>
    <p:sldLayoutId id="2147483682" r:id="rId6"/>
    <p:sldLayoutId id="2147483671" r:id="rId7"/>
    <p:sldLayoutId id="2147483683" r:id="rId8"/>
    <p:sldLayoutId id="2147483679" r:id="rId9"/>
    <p:sldLayoutId id="2147483684" r:id="rId10"/>
    <p:sldLayoutId id="2147483680" r:id="rId11"/>
    <p:sldLayoutId id="2147483685" r:id="rId12"/>
    <p:sldLayoutId id="2147483657" r:id="rId13"/>
    <p:sldLayoutId id="2147483663" r:id="rId14"/>
  </p:sldLayoutIdLst>
  <p:hf hdr="0" ftr="0" dt="0"/>
  <p:txStyles>
    <p:titleStyle>
      <a:lvl1pPr algn="l" defTabSz="685800" rtl="0" eaLnBrk="1" latinLnBrk="0" hangingPunct="1">
        <a:lnSpc>
          <a:spcPct val="90000"/>
        </a:lnSpc>
        <a:spcBef>
          <a:spcPct val="0"/>
        </a:spcBef>
        <a:buNone/>
        <a:defRPr lang="nl-NL" sz="3450" b="1" i="0" kern="1200" cap="all" baseline="0" dirty="0" smtClean="0">
          <a:solidFill>
            <a:srgbClr val="2AB9C9"/>
          </a:solidFill>
          <a:latin typeface="+mj-lt"/>
          <a:ea typeface="+mj-ea"/>
          <a:cs typeface="+mj-cs"/>
        </a:defRPr>
      </a:lvl1pPr>
    </p:titleStyle>
    <p:bodyStyle>
      <a:lvl1pPr marL="171450" indent="-171450" algn="l" defTabSz="685800" rtl="0" eaLnBrk="1" latinLnBrk="0" hangingPunct="1">
        <a:lnSpc>
          <a:spcPct val="90000"/>
        </a:lnSpc>
        <a:spcBef>
          <a:spcPts val="750"/>
        </a:spcBef>
        <a:buSzPct val="100000"/>
        <a:buFontTx/>
        <a:buBlip>
          <a:blip r:embed="rId17"/>
        </a:buBlip>
        <a:defRPr lang="nl-NL" sz="1500" kern="1200" dirty="0" smtClean="0">
          <a:solidFill>
            <a:srgbClr val="818080"/>
          </a:solidFill>
          <a:latin typeface="+mn-lt"/>
          <a:ea typeface="+mn-ea"/>
          <a:cs typeface="+mn-cs"/>
        </a:defRPr>
      </a:lvl1pPr>
      <a:lvl2pPr marL="514350" indent="-171450" algn="l" defTabSz="685800" rtl="0" eaLnBrk="1" latinLnBrk="0" hangingPunct="1">
        <a:lnSpc>
          <a:spcPct val="90000"/>
        </a:lnSpc>
        <a:spcBef>
          <a:spcPts val="375"/>
        </a:spcBef>
        <a:buSzPct val="100000"/>
        <a:buFontTx/>
        <a:buBlip>
          <a:blip r:embed="rId17"/>
        </a:buBlip>
        <a:defRPr lang="nl-NL" sz="1500" kern="1200" dirty="0" smtClean="0">
          <a:solidFill>
            <a:srgbClr val="818080"/>
          </a:solidFill>
          <a:latin typeface="+mn-lt"/>
          <a:ea typeface="+mn-ea"/>
          <a:cs typeface="+mn-cs"/>
        </a:defRPr>
      </a:lvl2pPr>
      <a:lvl3pPr marL="857250" indent="-171450" algn="l" defTabSz="685800" rtl="0" eaLnBrk="1" latinLnBrk="0" hangingPunct="1">
        <a:lnSpc>
          <a:spcPct val="90000"/>
        </a:lnSpc>
        <a:spcBef>
          <a:spcPts val="375"/>
        </a:spcBef>
        <a:buSzPct val="100000"/>
        <a:buFontTx/>
        <a:buBlip>
          <a:blip r:embed="rId17"/>
        </a:buBlip>
        <a:defRPr lang="nl-NL" sz="1500" kern="1200" dirty="0" smtClean="0">
          <a:solidFill>
            <a:srgbClr val="818080"/>
          </a:solidFill>
          <a:latin typeface="+mn-lt"/>
          <a:ea typeface="+mn-ea"/>
          <a:cs typeface="+mn-cs"/>
        </a:defRPr>
      </a:lvl3pPr>
      <a:lvl4pPr marL="1200150" indent="-171450" algn="l" defTabSz="685800" rtl="0" eaLnBrk="1" latinLnBrk="0" hangingPunct="1">
        <a:lnSpc>
          <a:spcPct val="90000"/>
        </a:lnSpc>
        <a:spcBef>
          <a:spcPts val="375"/>
        </a:spcBef>
        <a:buSzPct val="100000"/>
        <a:buFontTx/>
        <a:buBlip>
          <a:blip r:embed="rId17"/>
        </a:buBlip>
        <a:defRPr lang="nl-NL" sz="1500" kern="1200" dirty="0" smtClean="0">
          <a:solidFill>
            <a:srgbClr val="818080"/>
          </a:solidFill>
          <a:latin typeface="+mn-lt"/>
          <a:ea typeface="+mn-ea"/>
          <a:cs typeface="+mn-cs"/>
        </a:defRPr>
      </a:lvl4pPr>
      <a:lvl5pPr marL="1543050" indent="-171450" algn="l" defTabSz="685800" rtl="0" eaLnBrk="1" latinLnBrk="0" hangingPunct="1">
        <a:lnSpc>
          <a:spcPct val="90000"/>
        </a:lnSpc>
        <a:spcBef>
          <a:spcPts val="375"/>
        </a:spcBef>
        <a:buSzPct val="100000"/>
        <a:buFontTx/>
        <a:buBlip>
          <a:blip r:embed="rId17"/>
        </a:buBlip>
        <a:defRPr lang="nl-NL" sz="1500" kern="1200" dirty="0" smtClean="0">
          <a:solidFill>
            <a:srgbClr val="818080"/>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662027"/>
      </p:ext>
    </p:extLst>
  </p:cSld>
  <p:clrMap bg1="lt1" tx1="dk1" bg2="lt2" tx2="dk2" accent1="accent1" accent2="accent2" accent3="accent3" accent4="accent4" accent5="accent5" accent6="accent6" hlink="hlink" folHlink="folHlink"/>
  <p:sldLayoutIdLst>
    <p:sldLayoutId id="2147483660" r:id="rId1"/>
    <p:sldLayoutId id="2147483672" r:id="rId2"/>
    <p:sldLayoutId id="2147483673" r:id="rId3"/>
    <p:sldLayoutId id="2147483674" r:id="rId4"/>
    <p:sldLayoutId id="2147483675" r:id="rId5"/>
    <p:sldLayoutId id="2147483676" r:id="rId6"/>
    <p:sldLayoutId id="2147483677" r:id="rId7"/>
    <p:sldLayoutId id="2147483662" r:id="rId8"/>
    <p:sldLayoutId id="2147483669" r:id="rId9"/>
    <p:sldLayoutId id="214748366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1.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5E732-564D-4EC8-B304-7539BCB0E1D0}"/>
              </a:ext>
            </a:extLst>
          </p:cNvPr>
          <p:cNvSpPr>
            <a:spLocks noGrp="1"/>
          </p:cNvSpPr>
          <p:nvPr>
            <p:ph type="title"/>
          </p:nvPr>
        </p:nvSpPr>
        <p:spPr>
          <a:xfrm>
            <a:off x="1092766" y="1413725"/>
            <a:ext cx="11099233" cy="1776044"/>
          </a:xfrm>
        </p:spPr>
        <p:txBody>
          <a:bodyPr/>
          <a:lstStyle/>
          <a:p>
            <a:r>
              <a:rPr lang="en-US" dirty="0"/>
              <a:t>CU04448 Intelligent Control</a:t>
            </a:r>
            <a:br>
              <a:rPr lang="en-US" dirty="0"/>
            </a:br>
            <a:r>
              <a:rPr lang="en-US" dirty="0"/>
              <a:t>Introduction and “</a:t>
            </a:r>
            <a:r>
              <a:rPr lang="en-US" sz="5400" dirty="0"/>
              <a:t>Hello Python”</a:t>
            </a:r>
            <a:endParaRPr lang="en-US" dirty="0"/>
          </a:p>
        </p:txBody>
      </p:sp>
      <p:sp>
        <p:nvSpPr>
          <p:cNvPr id="3" name="Text Placeholder 2">
            <a:extLst>
              <a:ext uri="{FF2B5EF4-FFF2-40B4-BE49-F238E27FC236}">
                <a16:creationId xmlns:a16="http://schemas.microsoft.com/office/drawing/2014/main" id="{8FEB20D8-9BC0-4B42-A6AB-CBB74119BCA1}"/>
              </a:ext>
            </a:extLst>
          </p:cNvPr>
          <p:cNvSpPr>
            <a:spLocks noGrp="1"/>
          </p:cNvSpPr>
          <p:nvPr>
            <p:ph type="body" sz="half" idx="2"/>
          </p:nvPr>
        </p:nvSpPr>
        <p:spPr/>
        <p:txBody>
          <a:bodyPr/>
          <a:lstStyle/>
          <a:p>
            <a:r>
              <a:rPr lang="en-US" dirty="0"/>
              <a:t>Hanshu Yu</a:t>
            </a:r>
          </a:p>
          <a:p>
            <a:r>
              <a:rPr lang="en-US" dirty="0"/>
              <a:t>2025</a:t>
            </a:r>
          </a:p>
        </p:txBody>
      </p:sp>
    </p:spTree>
    <p:extLst>
      <p:ext uri="{BB962C8B-B14F-4D97-AF65-F5344CB8AC3E}">
        <p14:creationId xmlns:p14="http://schemas.microsoft.com/office/powerpoint/2010/main" val="1506452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Today’s contents</a:t>
            </a:r>
            <a:endParaRPr lang="nl-NL" sz="3600" dirty="0"/>
          </a:p>
        </p:txBody>
      </p:sp>
      <p:sp>
        <p:nvSpPr>
          <p:cNvPr id="3" name="TextBox 2">
            <a:extLst>
              <a:ext uri="{FF2B5EF4-FFF2-40B4-BE49-F238E27FC236}">
                <a16:creationId xmlns:a16="http://schemas.microsoft.com/office/drawing/2014/main" id="{E1527B60-8759-4379-8171-3A651FF784A5}"/>
              </a:ext>
            </a:extLst>
          </p:cNvPr>
          <p:cNvSpPr txBox="1"/>
          <p:nvPr/>
        </p:nvSpPr>
        <p:spPr>
          <a:xfrm>
            <a:off x="884584" y="1540039"/>
            <a:ext cx="10896480" cy="3416320"/>
          </a:xfrm>
          <a:prstGeom prst="rect">
            <a:avLst/>
          </a:prstGeom>
          <a:noFill/>
        </p:spPr>
        <p:txBody>
          <a:bodyPr wrap="square" rtlCol="0">
            <a:spAutoFit/>
          </a:bodyPr>
          <a:lstStyle/>
          <a:p>
            <a:pPr algn="ctr"/>
            <a:endParaRPr lang="en-US" sz="2400" dirty="0"/>
          </a:p>
          <a:p>
            <a:pPr algn="ctr"/>
            <a:r>
              <a:rPr lang="en-US" sz="2400" dirty="0"/>
              <a:t>Course Introduction</a:t>
            </a:r>
          </a:p>
          <a:p>
            <a:pPr algn="ctr"/>
            <a:endParaRPr lang="en-US" sz="2400" dirty="0"/>
          </a:p>
          <a:p>
            <a:pPr algn="ctr"/>
            <a:endParaRPr lang="en-US" sz="2400" dirty="0"/>
          </a:p>
          <a:p>
            <a:pPr algn="ctr"/>
            <a:r>
              <a:rPr lang="en-US" sz="2400" dirty="0"/>
              <a:t>A very short introduction to Python</a:t>
            </a:r>
          </a:p>
          <a:p>
            <a:pPr algn="ctr"/>
            <a:endParaRPr lang="en-US" sz="2400" dirty="0"/>
          </a:p>
          <a:p>
            <a:pPr algn="ctr"/>
            <a:endParaRPr lang="en-US" sz="2400" dirty="0"/>
          </a:p>
          <a:p>
            <a:pPr algn="ctr"/>
            <a:r>
              <a:rPr lang="en-US" sz="2400" dirty="0"/>
              <a:t>Introduction to the assignments.</a:t>
            </a:r>
          </a:p>
          <a:p>
            <a:pPr algn="ctr"/>
            <a:endParaRPr lang="en-US" sz="2400" dirty="0"/>
          </a:p>
        </p:txBody>
      </p:sp>
    </p:spTree>
    <p:extLst>
      <p:ext uri="{BB962C8B-B14F-4D97-AF65-F5344CB8AC3E}">
        <p14:creationId xmlns:p14="http://schemas.microsoft.com/office/powerpoint/2010/main" val="1480304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Course introduction</a:t>
            </a:r>
            <a:endParaRPr lang="nl-NL" sz="3600" dirty="0"/>
          </a:p>
        </p:txBody>
      </p:sp>
      <p:sp>
        <p:nvSpPr>
          <p:cNvPr id="9" name="TextBox 8">
            <a:extLst>
              <a:ext uri="{FF2B5EF4-FFF2-40B4-BE49-F238E27FC236}">
                <a16:creationId xmlns:a16="http://schemas.microsoft.com/office/drawing/2014/main" id="{A3727DDD-B531-4062-8269-89962BAA87B7}"/>
              </a:ext>
            </a:extLst>
          </p:cNvPr>
          <p:cNvSpPr txBox="1"/>
          <p:nvPr/>
        </p:nvSpPr>
        <p:spPr>
          <a:xfrm>
            <a:off x="231354" y="1523997"/>
            <a:ext cx="10896480"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Lecture 1.5 </a:t>
            </a:r>
            <a:r>
              <a:rPr lang="en-US" sz="2400" dirty="0" err="1"/>
              <a:t>hr</a:t>
            </a:r>
            <a:r>
              <a:rPr lang="en-US" sz="2400" dirty="0"/>
              <a:t>/</a:t>
            </a:r>
            <a:r>
              <a:rPr lang="en-US" sz="2400" dirty="0" err="1"/>
              <a:t>wk</a:t>
            </a:r>
            <a:endParaRPr lang="en-US" sz="2400" dirty="0"/>
          </a:p>
          <a:p>
            <a:pPr marL="742950" lvl="1" indent="-285750">
              <a:buFont typeface="Arial" panose="020B0604020202020204" pitchFamily="34" charset="0"/>
              <a:buChar char="•"/>
            </a:pPr>
            <a:r>
              <a:rPr lang="en-US" sz="2400" dirty="0"/>
              <a:t>Includes: The very basic knowledge in Python programming; some selected topics in programming and data science that are applicable in industrial practices.</a:t>
            </a:r>
          </a:p>
          <a:p>
            <a:pPr marL="742950" lvl="1" indent="-285750">
              <a:buFont typeface="Arial" panose="020B0604020202020204" pitchFamily="34" charset="0"/>
              <a:buChar char="•"/>
            </a:pPr>
            <a:endParaRPr lang="en-US" sz="2400" dirty="0"/>
          </a:p>
          <a:p>
            <a:pPr marL="742950" lvl="1" indent="-285750">
              <a:buFont typeface="Arial" panose="020B0604020202020204" pitchFamily="34" charset="0"/>
              <a:buChar char="•"/>
            </a:pPr>
            <a:r>
              <a:rPr lang="en-US" sz="2400" dirty="0"/>
              <a:t>Excludes: the detailed usage of various python modules, you need to self-study those you need to use. (Like in real work :-D )</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Labs 1.5 </a:t>
            </a:r>
            <a:r>
              <a:rPr lang="en-US" sz="2400" dirty="0" err="1"/>
              <a:t>hr</a:t>
            </a:r>
            <a:r>
              <a:rPr lang="en-US" sz="2400" dirty="0"/>
              <a:t>/</a:t>
            </a:r>
            <a:r>
              <a:rPr lang="en-US" sz="2400" dirty="0" err="1"/>
              <a:t>wk</a:t>
            </a:r>
            <a:endParaRPr lang="en-US" sz="2400" dirty="0"/>
          </a:p>
          <a:p>
            <a:pPr marL="742950" lvl="1" indent="-285750">
              <a:buFont typeface="Arial" panose="020B0604020202020204" pitchFamily="34" charset="0"/>
              <a:buChar char="•"/>
            </a:pPr>
            <a:r>
              <a:rPr lang="en-US" sz="2400" dirty="0"/>
              <a:t>You need to self-study the usage of Raspberry Pi and the software you would like to use.</a:t>
            </a:r>
          </a:p>
          <a:p>
            <a:pPr marL="742950" lvl="1" indent="-285750">
              <a:buFont typeface="Arial" panose="020B0604020202020204" pitchFamily="34" charset="0"/>
              <a:buChar char="•"/>
            </a:pPr>
            <a:r>
              <a:rPr lang="en-US" sz="2400" dirty="0"/>
              <a:t>You may utilize this period of gathering each week to do anything you want related to this course.</a:t>
            </a:r>
          </a:p>
        </p:txBody>
      </p:sp>
    </p:spTree>
    <p:extLst>
      <p:ext uri="{BB962C8B-B14F-4D97-AF65-F5344CB8AC3E}">
        <p14:creationId xmlns:p14="http://schemas.microsoft.com/office/powerpoint/2010/main" val="2159666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Assessments</a:t>
            </a:r>
            <a:endParaRPr lang="nl-NL" sz="3600" dirty="0"/>
          </a:p>
        </p:txBody>
      </p:sp>
      <p:sp>
        <p:nvSpPr>
          <p:cNvPr id="9" name="TextBox 8">
            <a:extLst>
              <a:ext uri="{FF2B5EF4-FFF2-40B4-BE49-F238E27FC236}">
                <a16:creationId xmlns:a16="http://schemas.microsoft.com/office/drawing/2014/main" id="{A3727DDD-B531-4062-8269-89962BAA87B7}"/>
              </a:ext>
            </a:extLst>
          </p:cNvPr>
          <p:cNvSpPr txBox="1"/>
          <p:nvPr/>
        </p:nvSpPr>
        <p:spPr>
          <a:xfrm>
            <a:off x="884584" y="1540039"/>
            <a:ext cx="10896480" cy="4893647"/>
          </a:xfrm>
          <a:prstGeom prst="rect">
            <a:avLst/>
          </a:prstGeom>
          <a:noFill/>
        </p:spPr>
        <p:txBody>
          <a:bodyPr wrap="square" rtlCol="0">
            <a:spAutoFit/>
          </a:bodyPr>
          <a:lstStyle/>
          <a:p>
            <a:endParaRPr lang="en-US" sz="2400" dirty="0"/>
          </a:p>
          <a:p>
            <a:r>
              <a:rPr lang="en-US" sz="2400" dirty="0"/>
              <a:t>TOETS 01</a:t>
            </a:r>
          </a:p>
          <a:p>
            <a:endParaRPr lang="en-US" sz="2400" dirty="0"/>
          </a:p>
          <a:p>
            <a:r>
              <a:rPr lang="en-US" sz="2400" dirty="0"/>
              <a:t>One demo session &amp; oral exam.</a:t>
            </a:r>
          </a:p>
          <a:p>
            <a:r>
              <a:rPr lang="en-US" sz="2400" dirty="0"/>
              <a:t>1 relative short report for your lab assignment</a:t>
            </a:r>
          </a:p>
          <a:p>
            <a:endParaRPr lang="en-US" sz="2400" dirty="0"/>
          </a:p>
          <a:p>
            <a:endParaRPr lang="en-US" sz="2400" dirty="0"/>
          </a:p>
          <a:p>
            <a:r>
              <a:rPr lang="en-US" sz="2400" dirty="0"/>
              <a:t>TOETS 02</a:t>
            </a:r>
          </a:p>
          <a:p>
            <a:endParaRPr lang="en-US" sz="2400" dirty="0"/>
          </a:p>
          <a:p>
            <a:r>
              <a:rPr lang="en-US" sz="2400" dirty="0"/>
              <a:t>One oral exam.</a:t>
            </a:r>
          </a:p>
          <a:p>
            <a:r>
              <a:rPr lang="en-US" sz="2400" dirty="0"/>
              <a:t>3 very short reports for lecture accompanying assignments.</a:t>
            </a:r>
          </a:p>
          <a:p>
            <a:endParaRPr lang="en-US" sz="2400" dirty="0"/>
          </a:p>
          <a:p>
            <a:endParaRPr lang="en-US" sz="2400" dirty="0"/>
          </a:p>
        </p:txBody>
      </p:sp>
    </p:spTree>
    <p:extLst>
      <p:ext uri="{BB962C8B-B14F-4D97-AF65-F5344CB8AC3E}">
        <p14:creationId xmlns:p14="http://schemas.microsoft.com/office/powerpoint/2010/main" val="728058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Prerequisites</a:t>
            </a:r>
            <a:endParaRPr lang="nl-NL" sz="3600" dirty="0"/>
          </a:p>
        </p:txBody>
      </p:sp>
      <p:sp>
        <p:nvSpPr>
          <p:cNvPr id="9" name="TextBox 8">
            <a:extLst>
              <a:ext uri="{FF2B5EF4-FFF2-40B4-BE49-F238E27FC236}">
                <a16:creationId xmlns:a16="http://schemas.microsoft.com/office/drawing/2014/main" id="{A3727DDD-B531-4062-8269-89962BAA87B7}"/>
              </a:ext>
            </a:extLst>
          </p:cNvPr>
          <p:cNvSpPr txBox="1"/>
          <p:nvPr/>
        </p:nvSpPr>
        <p:spPr>
          <a:xfrm>
            <a:off x="884584" y="1540039"/>
            <a:ext cx="10896480" cy="4893647"/>
          </a:xfrm>
          <a:prstGeom prst="rect">
            <a:avLst/>
          </a:prstGeom>
          <a:noFill/>
        </p:spPr>
        <p:txBody>
          <a:bodyPr wrap="square" rtlCol="0">
            <a:spAutoFit/>
          </a:bodyPr>
          <a:lstStyle/>
          <a:p>
            <a:r>
              <a:rPr lang="en-US" sz="2400" dirty="0"/>
              <a:t>You have a computer that you can use.</a:t>
            </a:r>
          </a:p>
          <a:p>
            <a:endParaRPr lang="en-US" sz="2400" dirty="0"/>
          </a:p>
          <a:p>
            <a:r>
              <a:rPr lang="en-US" sz="2400" dirty="0"/>
              <a:t>Some programming experience:</a:t>
            </a:r>
          </a:p>
          <a:p>
            <a:r>
              <a:rPr lang="en-US" sz="2400" dirty="0"/>
              <a:t>	ideally programming in C</a:t>
            </a:r>
          </a:p>
          <a:p>
            <a:endParaRPr lang="en-US" sz="2400" dirty="0"/>
          </a:p>
          <a:p>
            <a:r>
              <a:rPr lang="en-US" sz="2400" dirty="0"/>
              <a:t>	programming Arduino, PLC will do.</a:t>
            </a:r>
          </a:p>
          <a:p>
            <a:endParaRPr lang="en-US" sz="2400" dirty="0"/>
          </a:p>
          <a:p>
            <a:r>
              <a:rPr lang="en-US" sz="2400" dirty="0"/>
              <a:t>If you do not have any programming experience,</a:t>
            </a:r>
          </a:p>
          <a:p>
            <a:r>
              <a:rPr lang="en-US" sz="2400" dirty="0"/>
              <a:t>	I do expect you to at least know something about:</a:t>
            </a:r>
          </a:p>
          <a:p>
            <a:r>
              <a:rPr lang="en-US" sz="2400" dirty="0"/>
              <a:t>	</a:t>
            </a:r>
          </a:p>
          <a:p>
            <a:r>
              <a:rPr lang="en-US" sz="2400" dirty="0"/>
              <a:t>	what is “programming”?</a:t>
            </a:r>
          </a:p>
          <a:p>
            <a:r>
              <a:rPr lang="en-US" sz="2400" dirty="0"/>
              <a:t>	what is a “function” in programming?</a:t>
            </a:r>
          </a:p>
          <a:p>
            <a:r>
              <a:rPr lang="en-US" sz="2400" dirty="0"/>
              <a:t>	some commonly seen datatypes.</a:t>
            </a:r>
          </a:p>
        </p:txBody>
      </p:sp>
    </p:spTree>
    <p:extLst>
      <p:ext uri="{BB962C8B-B14F-4D97-AF65-F5344CB8AC3E}">
        <p14:creationId xmlns:p14="http://schemas.microsoft.com/office/powerpoint/2010/main" val="1662668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Time management and expectations</a:t>
            </a:r>
            <a:endParaRPr lang="nl-NL" sz="3600" dirty="0"/>
          </a:p>
        </p:txBody>
      </p:sp>
      <p:sp>
        <p:nvSpPr>
          <p:cNvPr id="9" name="TextBox 8">
            <a:extLst>
              <a:ext uri="{FF2B5EF4-FFF2-40B4-BE49-F238E27FC236}">
                <a16:creationId xmlns:a16="http://schemas.microsoft.com/office/drawing/2014/main" id="{A3727DDD-B531-4062-8269-89962BAA87B7}"/>
              </a:ext>
            </a:extLst>
          </p:cNvPr>
          <p:cNvSpPr txBox="1"/>
          <p:nvPr/>
        </p:nvSpPr>
        <p:spPr>
          <a:xfrm>
            <a:off x="884584" y="1540039"/>
            <a:ext cx="10896480" cy="4524315"/>
          </a:xfrm>
          <a:prstGeom prst="rect">
            <a:avLst/>
          </a:prstGeom>
          <a:noFill/>
        </p:spPr>
        <p:txBody>
          <a:bodyPr wrap="square" rtlCol="0">
            <a:spAutoFit/>
          </a:bodyPr>
          <a:lstStyle/>
          <a:p>
            <a:endParaRPr lang="en-US" sz="2400" dirty="0"/>
          </a:p>
          <a:p>
            <a:endParaRPr lang="en-US" sz="2400" dirty="0"/>
          </a:p>
          <a:p>
            <a:r>
              <a:rPr lang="en-US" sz="2400" dirty="0"/>
              <a:t>Time consumption:</a:t>
            </a:r>
          </a:p>
          <a:p>
            <a:endParaRPr lang="en-US" sz="2400" dirty="0"/>
          </a:p>
          <a:p>
            <a:pPr algn="ctr"/>
            <a:r>
              <a:rPr lang="en-US" sz="2400" dirty="0"/>
              <a:t>28 * 7.5 * 40% = 84 hours per student.</a:t>
            </a:r>
          </a:p>
          <a:p>
            <a:pPr algn="ctr"/>
            <a:endParaRPr lang="en-US" sz="2400" dirty="0"/>
          </a:p>
          <a:p>
            <a:pPr algn="ctr"/>
            <a:r>
              <a:rPr lang="en-US" sz="2400" dirty="0"/>
              <a:t>84/14 = 6 hours per student per week</a:t>
            </a:r>
          </a:p>
          <a:p>
            <a:pPr algn="ctr"/>
            <a:r>
              <a:rPr lang="en-US" sz="2400" dirty="0"/>
              <a:t>(3 hours lecture &amp; lab, 3 hours self-study + group work)</a:t>
            </a:r>
          </a:p>
          <a:p>
            <a:pPr algn="ctr"/>
            <a:endParaRPr lang="en-US" sz="2400" dirty="0"/>
          </a:p>
          <a:p>
            <a:pPr algn="ctr"/>
            <a:r>
              <a:rPr lang="en-US" sz="2400" dirty="0"/>
              <a:t>Each team 4 students, so 336 hours of work in total.</a:t>
            </a:r>
          </a:p>
          <a:p>
            <a:pPr algn="ctr"/>
            <a:endParaRPr lang="en-US" sz="2400" dirty="0"/>
          </a:p>
          <a:p>
            <a:endParaRPr lang="en-US" sz="2400" dirty="0"/>
          </a:p>
        </p:txBody>
      </p:sp>
    </p:spTree>
    <p:extLst>
      <p:ext uri="{BB962C8B-B14F-4D97-AF65-F5344CB8AC3E}">
        <p14:creationId xmlns:p14="http://schemas.microsoft.com/office/powerpoint/2010/main" val="1894319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Assessment design</a:t>
            </a:r>
            <a:endParaRPr lang="nl-NL" sz="3600" dirty="0"/>
          </a:p>
        </p:txBody>
      </p:sp>
      <p:sp>
        <p:nvSpPr>
          <p:cNvPr id="9" name="TextBox 8">
            <a:extLst>
              <a:ext uri="{FF2B5EF4-FFF2-40B4-BE49-F238E27FC236}">
                <a16:creationId xmlns:a16="http://schemas.microsoft.com/office/drawing/2014/main" id="{A3727DDD-B531-4062-8269-89962BAA87B7}"/>
              </a:ext>
            </a:extLst>
          </p:cNvPr>
          <p:cNvSpPr txBox="1"/>
          <p:nvPr/>
        </p:nvSpPr>
        <p:spPr>
          <a:xfrm>
            <a:off x="884584" y="1540039"/>
            <a:ext cx="10896480" cy="5262979"/>
          </a:xfrm>
          <a:prstGeom prst="rect">
            <a:avLst/>
          </a:prstGeom>
          <a:noFill/>
        </p:spPr>
        <p:txBody>
          <a:bodyPr wrap="square" rtlCol="0">
            <a:spAutoFit/>
          </a:bodyPr>
          <a:lstStyle/>
          <a:p>
            <a:r>
              <a:rPr lang="en-US" sz="2400" dirty="0"/>
              <a:t>The assessment follows a basic + exploratory bonus structure.</a:t>
            </a:r>
          </a:p>
          <a:p>
            <a:r>
              <a:rPr lang="en-US" sz="2400" dirty="0"/>
              <a:t>Max points you get from basic is 8 points.</a:t>
            </a:r>
          </a:p>
          <a:p>
            <a:r>
              <a:rPr lang="en-US" sz="2400" dirty="0"/>
              <a:t>Exploratory bonus get you maximum 3 points.</a:t>
            </a:r>
          </a:p>
          <a:p>
            <a:r>
              <a:rPr lang="en-US" sz="2400" dirty="0"/>
              <a:t>Max points you can get is 11 but the passing grade is 5.5 .</a:t>
            </a:r>
          </a:p>
          <a:p>
            <a:endParaRPr lang="en-US" sz="2400" dirty="0"/>
          </a:p>
          <a:p>
            <a:r>
              <a:rPr lang="en-US" sz="2400" dirty="0"/>
              <a:t>Purpose: </a:t>
            </a:r>
          </a:p>
          <a:p>
            <a:r>
              <a:rPr lang="en-US" sz="2400" dirty="0"/>
              <a:t>I try to make the assignments practical and fun, but you can still pass eventually.</a:t>
            </a:r>
          </a:p>
          <a:p>
            <a:endParaRPr lang="en-US" sz="2400" dirty="0"/>
          </a:p>
          <a:p>
            <a:r>
              <a:rPr lang="en-US" sz="2400" dirty="0"/>
              <a:t>For both TOETS 01 and TOETS 02:</a:t>
            </a:r>
          </a:p>
          <a:p>
            <a:r>
              <a:rPr lang="en-US" sz="2400" i="1" dirty="0"/>
              <a:t>I have taken lecture hours in consideration in the following hours calculation.</a:t>
            </a:r>
          </a:p>
          <a:p>
            <a:r>
              <a:rPr lang="en-US" sz="2400" dirty="0"/>
              <a:t>The basic tasks are designed to be possible to complete within 250 hours.</a:t>
            </a:r>
          </a:p>
          <a:p>
            <a:r>
              <a:rPr lang="en-US" sz="2400" dirty="0"/>
              <a:t>Even if you exclude some repetitive work/study in a group (say 2.5 hours per week * 14 weeks) you still can complete everything in 285 hours.</a:t>
            </a:r>
          </a:p>
          <a:p>
            <a:r>
              <a:rPr lang="en-US" sz="2400" dirty="0"/>
              <a:t>You still have 51 hours per group for exploratory bonus.</a:t>
            </a:r>
          </a:p>
        </p:txBody>
      </p:sp>
    </p:spTree>
    <p:extLst>
      <p:ext uri="{BB962C8B-B14F-4D97-AF65-F5344CB8AC3E}">
        <p14:creationId xmlns:p14="http://schemas.microsoft.com/office/powerpoint/2010/main" val="3927000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a:xfrm>
            <a:off x="884584" y="780299"/>
            <a:ext cx="11179597" cy="457200"/>
          </a:xfrm>
        </p:spPr>
        <p:txBody>
          <a:bodyPr/>
          <a:lstStyle/>
          <a:p>
            <a:r>
              <a:rPr lang="en-US" sz="3600" dirty="0"/>
              <a:t>Recommended tools – for local set-up on your computer</a:t>
            </a:r>
            <a:endParaRPr lang="nl-NL" sz="3600" dirty="0"/>
          </a:p>
        </p:txBody>
      </p:sp>
      <p:sp>
        <p:nvSpPr>
          <p:cNvPr id="9" name="TextBox 8">
            <a:extLst>
              <a:ext uri="{FF2B5EF4-FFF2-40B4-BE49-F238E27FC236}">
                <a16:creationId xmlns:a16="http://schemas.microsoft.com/office/drawing/2014/main" id="{A3727DDD-B531-4062-8269-89962BAA87B7}"/>
              </a:ext>
            </a:extLst>
          </p:cNvPr>
          <p:cNvSpPr txBox="1"/>
          <p:nvPr/>
        </p:nvSpPr>
        <p:spPr>
          <a:xfrm>
            <a:off x="884584" y="1540039"/>
            <a:ext cx="10896480" cy="5262979"/>
          </a:xfrm>
          <a:prstGeom prst="rect">
            <a:avLst/>
          </a:prstGeom>
          <a:noFill/>
        </p:spPr>
        <p:txBody>
          <a:bodyPr wrap="square" rtlCol="0">
            <a:spAutoFit/>
          </a:bodyPr>
          <a:lstStyle/>
          <a:p>
            <a:r>
              <a:rPr lang="en-US" sz="2400" dirty="0"/>
              <a:t>You must have:</a:t>
            </a:r>
          </a:p>
          <a:p>
            <a:pPr algn="ctr"/>
            <a:r>
              <a:rPr lang="en-US" sz="2400" b="1" dirty="0"/>
              <a:t>Raspberry Pi</a:t>
            </a:r>
            <a:endParaRPr lang="en-US" sz="2400" dirty="0"/>
          </a:p>
          <a:p>
            <a:r>
              <a:rPr lang="en-US" sz="2400" dirty="0"/>
              <a:t>Free to choose:</a:t>
            </a:r>
          </a:p>
          <a:p>
            <a:pPr algn="ctr"/>
            <a:r>
              <a:rPr lang="en-US" sz="2400" i="1" dirty="0"/>
              <a:t>hardware for your lab assignment</a:t>
            </a:r>
            <a:endParaRPr lang="en-US" sz="2400" dirty="0"/>
          </a:p>
          <a:p>
            <a:r>
              <a:rPr lang="en-US" sz="2400" dirty="0"/>
              <a:t>You must have:</a:t>
            </a:r>
          </a:p>
          <a:p>
            <a:pPr algn="ctr"/>
            <a:r>
              <a:rPr lang="en-US" sz="2400" b="1" dirty="0"/>
              <a:t>Python version 3.10 or 3.11</a:t>
            </a:r>
          </a:p>
          <a:p>
            <a:pPr algn="ctr"/>
            <a:r>
              <a:rPr lang="en-US" sz="2400" b="1" dirty="0" err="1"/>
              <a:t>Jupyter</a:t>
            </a:r>
            <a:r>
              <a:rPr lang="en-US" sz="2400" b="1" dirty="0"/>
              <a:t> Lab</a:t>
            </a:r>
          </a:p>
          <a:p>
            <a:r>
              <a:rPr lang="en-US" sz="2400" dirty="0"/>
              <a:t>Free to use:</a:t>
            </a:r>
          </a:p>
          <a:p>
            <a:pPr algn="ctr"/>
            <a:r>
              <a:rPr lang="en-US" sz="2400" i="1" dirty="0"/>
              <a:t>VS code / </a:t>
            </a:r>
            <a:r>
              <a:rPr lang="en-US" sz="2400" i="1" dirty="0" err="1"/>
              <a:t>Pycharm</a:t>
            </a:r>
            <a:r>
              <a:rPr lang="en-US" sz="2400" i="1" dirty="0"/>
              <a:t>/ … (Any IDE you want)</a:t>
            </a:r>
          </a:p>
          <a:p>
            <a:pPr algn="ctr"/>
            <a:r>
              <a:rPr lang="en-US" sz="2400" i="1" dirty="0"/>
              <a:t>Python 3.12 or 3.13</a:t>
            </a:r>
          </a:p>
          <a:p>
            <a:pPr algn="ctr"/>
            <a:r>
              <a:rPr lang="en-US" sz="2400" i="1" dirty="0"/>
              <a:t>Any OS mac/</a:t>
            </a:r>
            <a:r>
              <a:rPr lang="en-US" sz="2400" i="1" dirty="0" err="1"/>
              <a:t>linux</a:t>
            </a:r>
            <a:r>
              <a:rPr lang="en-US" sz="2400" i="1" dirty="0"/>
              <a:t>/windows</a:t>
            </a:r>
          </a:p>
          <a:p>
            <a:r>
              <a:rPr lang="en-US" sz="2400" dirty="0">
                <a:solidFill>
                  <a:srgbClr val="FF0000"/>
                </a:solidFill>
              </a:rPr>
              <a:t>Do </a:t>
            </a:r>
            <a:r>
              <a:rPr lang="en-US" sz="2400" b="1" dirty="0">
                <a:solidFill>
                  <a:srgbClr val="FF0000"/>
                </a:solidFill>
              </a:rPr>
              <a:t>not</a:t>
            </a:r>
            <a:r>
              <a:rPr lang="en-US" sz="2400" dirty="0">
                <a:solidFill>
                  <a:srgbClr val="FF0000"/>
                </a:solidFill>
              </a:rPr>
              <a:t> use: </a:t>
            </a:r>
          </a:p>
          <a:p>
            <a:pPr algn="ctr"/>
            <a:r>
              <a:rPr lang="en-US" sz="2400" i="1" dirty="0">
                <a:solidFill>
                  <a:srgbClr val="FF0000"/>
                </a:solidFill>
              </a:rPr>
              <a:t>Python version older than 3.8.10 </a:t>
            </a:r>
          </a:p>
          <a:p>
            <a:pPr algn="ctr"/>
            <a:r>
              <a:rPr lang="en-US" sz="2400" i="1" dirty="0">
                <a:solidFill>
                  <a:srgbClr val="FF0000"/>
                </a:solidFill>
              </a:rPr>
              <a:t>OS earlier than windows 10</a:t>
            </a:r>
          </a:p>
        </p:txBody>
      </p:sp>
      <p:cxnSp>
        <p:nvCxnSpPr>
          <p:cNvPr id="4" name="Straight Connector 3">
            <a:extLst>
              <a:ext uri="{FF2B5EF4-FFF2-40B4-BE49-F238E27FC236}">
                <a16:creationId xmlns:a16="http://schemas.microsoft.com/office/drawing/2014/main" id="{DDE861A5-FAD1-455A-9C96-79343278CAF1}"/>
              </a:ext>
            </a:extLst>
          </p:cNvPr>
          <p:cNvCxnSpPr/>
          <p:nvPr/>
        </p:nvCxnSpPr>
        <p:spPr>
          <a:xfrm>
            <a:off x="530942" y="3047999"/>
            <a:ext cx="1125012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712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Recommended ways of working &amp; collaboration</a:t>
            </a:r>
            <a:endParaRPr lang="nl-NL" sz="3600" dirty="0"/>
          </a:p>
        </p:txBody>
      </p:sp>
      <p:sp>
        <p:nvSpPr>
          <p:cNvPr id="9" name="TextBox 8">
            <a:extLst>
              <a:ext uri="{FF2B5EF4-FFF2-40B4-BE49-F238E27FC236}">
                <a16:creationId xmlns:a16="http://schemas.microsoft.com/office/drawing/2014/main" id="{A3727DDD-B531-4062-8269-89962BAA87B7}"/>
              </a:ext>
            </a:extLst>
          </p:cNvPr>
          <p:cNvSpPr txBox="1"/>
          <p:nvPr/>
        </p:nvSpPr>
        <p:spPr>
          <a:xfrm>
            <a:off x="884584" y="1540039"/>
            <a:ext cx="10896480" cy="3416320"/>
          </a:xfrm>
          <a:prstGeom prst="rect">
            <a:avLst/>
          </a:prstGeom>
          <a:noFill/>
        </p:spPr>
        <p:txBody>
          <a:bodyPr wrap="square" rtlCol="0">
            <a:spAutoFit/>
          </a:bodyPr>
          <a:lstStyle/>
          <a:p>
            <a:pPr algn="ctr"/>
            <a:endParaRPr lang="en-US" sz="2400" dirty="0"/>
          </a:p>
          <a:p>
            <a:pPr algn="ctr"/>
            <a:endParaRPr lang="en-US" sz="2400" dirty="0"/>
          </a:p>
          <a:p>
            <a:pPr algn="ctr"/>
            <a:r>
              <a:rPr lang="en-US" sz="2400" dirty="0"/>
              <a:t>Study together and teach each other</a:t>
            </a:r>
          </a:p>
          <a:p>
            <a:pPr algn="ctr"/>
            <a:endParaRPr lang="en-US" sz="2400" dirty="0"/>
          </a:p>
          <a:p>
            <a:pPr algn="ctr"/>
            <a:r>
              <a:rPr lang="en-US" sz="2400" dirty="0"/>
              <a:t>Start writing your reports now!</a:t>
            </a:r>
          </a:p>
          <a:p>
            <a:endParaRPr lang="en-US" sz="2400" dirty="0"/>
          </a:p>
          <a:p>
            <a:pPr algn="ctr"/>
            <a:r>
              <a:rPr lang="en-US" sz="2400" dirty="0"/>
              <a:t>Practice a lot.</a:t>
            </a:r>
          </a:p>
          <a:p>
            <a:pPr algn="ctr"/>
            <a:endParaRPr lang="en-US" sz="2400" dirty="0"/>
          </a:p>
          <a:p>
            <a:pPr algn="ctr"/>
            <a:r>
              <a:rPr lang="en-US" sz="2400" dirty="0"/>
              <a:t>Be critical to any explanations you see or come up with.</a:t>
            </a:r>
          </a:p>
        </p:txBody>
      </p:sp>
    </p:spTree>
    <p:extLst>
      <p:ext uri="{BB962C8B-B14F-4D97-AF65-F5344CB8AC3E}">
        <p14:creationId xmlns:p14="http://schemas.microsoft.com/office/powerpoint/2010/main" val="2082357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A very short intro to Python 3</a:t>
            </a:r>
            <a:endParaRPr lang="nl-NL" sz="3600" dirty="0"/>
          </a:p>
        </p:txBody>
      </p:sp>
    </p:spTree>
    <p:extLst>
      <p:ext uri="{BB962C8B-B14F-4D97-AF65-F5344CB8AC3E}">
        <p14:creationId xmlns:p14="http://schemas.microsoft.com/office/powerpoint/2010/main" val="760079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i="1" dirty="0"/>
              <a:t>Lab</a:t>
            </a:r>
            <a:r>
              <a:rPr lang="en-US" sz="3600" dirty="0"/>
              <a:t> – Map-aware Robot Bayesian Indoor Localization </a:t>
            </a:r>
            <a:endParaRPr lang="nl-NL" sz="3600" dirty="0"/>
          </a:p>
        </p:txBody>
      </p:sp>
      <p:sp>
        <p:nvSpPr>
          <p:cNvPr id="4" name="TextBox 3">
            <a:extLst>
              <a:ext uri="{FF2B5EF4-FFF2-40B4-BE49-F238E27FC236}">
                <a16:creationId xmlns:a16="http://schemas.microsoft.com/office/drawing/2014/main" id="{15307BC1-0FD1-410C-B59D-D9145302F537}"/>
              </a:ext>
            </a:extLst>
          </p:cNvPr>
          <p:cNvSpPr txBox="1"/>
          <p:nvPr/>
        </p:nvSpPr>
        <p:spPr>
          <a:xfrm>
            <a:off x="884584" y="1540039"/>
            <a:ext cx="10896480" cy="3785652"/>
          </a:xfrm>
          <a:prstGeom prst="rect">
            <a:avLst/>
          </a:prstGeom>
          <a:noFill/>
        </p:spPr>
        <p:txBody>
          <a:bodyPr wrap="square" rtlCol="0">
            <a:spAutoFit/>
          </a:bodyPr>
          <a:lstStyle/>
          <a:p>
            <a:r>
              <a:rPr lang="en-US" sz="2400" dirty="0"/>
              <a:t>You run a large factory, you have the map of the factory. You deploy multiple small robots in the factory, they reset every night to perform system upgrade and maintenance. </a:t>
            </a:r>
          </a:p>
          <a:p>
            <a:endParaRPr lang="en-US" sz="2400" dirty="0"/>
          </a:p>
          <a:p>
            <a:r>
              <a:rPr lang="en-US" sz="2400" dirty="0"/>
              <a:t>However, when the robots reboot every morning, they lose their location information and it’s impossible for these robots to function without knowing their location. It is impossible to localize the robots manually, the robot must localize itself in the factory.</a:t>
            </a:r>
          </a:p>
          <a:p>
            <a:endParaRPr lang="en-US" sz="2400" dirty="0"/>
          </a:p>
          <a:p>
            <a:r>
              <a:rPr lang="en-US" sz="2400" dirty="0"/>
              <a:t>Our solution to be implemented:</a:t>
            </a:r>
          </a:p>
          <a:p>
            <a:pPr algn="ctr"/>
            <a:r>
              <a:rPr lang="en-US" sz="2400" b="1" dirty="0">
                <a:solidFill>
                  <a:srgbClr val="FF0000"/>
                </a:solidFill>
              </a:rPr>
              <a:t>Particle filter </a:t>
            </a:r>
            <a:r>
              <a:rPr lang="en-US" sz="2400" dirty="0"/>
              <a:t>for possible positions of the robot.</a:t>
            </a:r>
          </a:p>
        </p:txBody>
      </p:sp>
    </p:spTree>
    <p:extLst>
      <p:ext uri="{BB962C8B-B14F-4D97-AF65-F5344CB8AC3E}">
        <p14:creationId xmlns:p14="http://schemas.microsoft.com/office/powerpoint/2010/main" val="399892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i="1" dirty="0"/>
              <a:t>Lab</a:t>
            </a:r>
            <a:r>
              <a:rPr lang="en-US" sz="3600" dirty="0"/>
              <a:t> – Map-aware Robot Bayesian Indoor Localization </a:t>
            </a:r>
            <a:endParaRPr lang="nl-NL" sz="3600" dirty="0"/>
          </a:p>
        </p:txBody>
      </p:sp>
      <p:sp>
        <p:nvSpPr>
          <p:cNvPr id="4" name="TextBox 3">
            <a:extLst>
              <a:ext uri="{FF2B5EF4-FFF2-40B4-BE49-F238E27FC236}">
                <a16:creationId xmlns:a16="http://schemas.microsoft.com/office/drawing/2014/main" id="{15307BC1-0FD1-410C-B59D-D9145302F537}"/>
              </a:ext>
            </a:extLst>
          </p:cNvPr>
          <p:cNvSpPr txBox="1"/>
          <p:nvPr/>
        </p:nvSpPr>
        <p:spPr>
          <a:xfrm>
            <a:off x="884584" y="1540039"/>
            <a:ext cx="10896480" cy="5386090"/>
          </a:xfrm>
          <a:prstGeom prst="rect">
            <a:avLst/>
          </a:prstGeom>
          <a:noFill/>
        </p:spPr>
        <p:txBody>
          <a:bodyPr wrap="square" rtlCol="0">
            <a:spAutoFit/>
          </a:bodyPr>
          <a:lstStyle/>
          <a:p>
            <a:pPr algn="ctr"/>
            <a:r>
              <a:rPr lang="en-US" sz="2400" b="1" dirty="0">
                <a:solidFill>
                  <a:srgbClr val="FF0000"/>
                </a:solidFill>
              </a:rPr>
              <a:t>Particle filter </a:t>
            </a:r>
            <a:r>
              <a:rPr lang="en-US" sz="2400" dirty="0"/>
              <a:t>for possible positions of the robot.</a:t>
            </a:r>
          </a:p>
          <a:p>
            <a:pPr algn="ctr"/>
            <a:endParaRPr lang="en-US" sz="2400" dirty="0"/>
          </a:p>
          <a:p>
            <a:r>
              <a:rPr lang="en-US" sz="2400" dirty="0"/>
              <a:t>Particle filter is based on the Bayesian rule:</a:t>
            </a:r>
          </a:p>
          <a:p>
            <a:r>
              <a:rPr lang="en-US" sz="2400" dirty="0"/>
              <a:t>	</a:t>
            </a:r>
            <a:r>
              <a:rPr lang="en-US" sz="3200" i="1" dirty="0"/>
              <a:t>You update your belief based on new information.</a:t>
            </a:r>
          </a:p>
          <a:p>
            <a:endParaRPr lang="en-US" sz="2400" dirty="0"/>
          </a:p>
          <a:p>
            <a:r>
              <a:rPr lang="en-US" sz="2400" dirty="0"/>
              <a:t>Where do I get new information?</a:t>
            </a:r>
          </a:p>
          <a:p>
            <a:endParaRPr lang="en-US" sz="2400" dirty="0"/>
          </a:p>
          <a:p>
            <a:r>
              <a:rPr lang="en-US" sz="2400" dirty="0"/>
              <a:t>	Monte-Carlo sampling. (Random walk of the robot).</a:t>
            </a:r>
          </a:p>
          <a:p>
            <a:r>
              <a:rPr lang="en-US" sz="2400" dirty="0"/>
              <a:t>	Biased sampling. (You move the robot based on some logic).</a:t>
            </a:r>
          </a:p>
          <a:p>
            <a:endParaRPr lang="en-US" sz="2400" dirty="0"/>
          </a:p>
          <a:p>
            <a:r>
              <a:rPr lang="en-US" sz="2400" b="1" dirty="0"/>
              <a:t>Task week 1 and 2:</a:t>
            </a:r>
          </a:p>
          <a:p>
            <a:r>
              <a:rPr lang="en-US" sz="2400" dirty="0"/>
              <a:t>	Analyze and decide what do you want to do.</a:t>
            </a:r>
          </a:p>
          <a:p>
            <a:r>
              <a:rPr lang="en-US" sz="2400" i="1" dirty="0"/>
              <a:t>		How should your robot move?</a:t>
            </a:r>
          </a:p>
          <a:p>
            <a:r>
              <a:rPr lang="en-US" sz="2400" i="1" dirty="0"/>
              <a:t>		How do you know what’s happening to your robot?</a:t>
            </a:r>
          </a:p>
        </p:txBody>
      </p:sp>
    </p:spTree>
    <p:extLst>
      <p:ext uri="{BB962C8B-B14F-4D97-AF65-F5344CB8AC3E}">
        <p14:creationId xmlns:p14="http://schemas.microsoft.com/office/powerpoint/2010/main" val="868911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i="1" dirty="0"/>
              <a:t>Lab</a:t>
            </a:r>
            <a:r>
              <a:rPr lang="en-US" sz="3600" dirty="0"/>
              <a:t> – Map-aware Robot Bayesian Indoor Localization </a:t>
            </a:r>
            <a:endParaRPr lang="nl-NL" sz="3600" dirty="0"/>
          </a:p>
        </p:txBody>
      </p:sp>
      <p:pic>
        <p:nvPicPr>
          <p:cNvPr id="3" name="Particle Filter Localization Simulator - @ Hanshu Yu CC-BY-NC 2025-07-12 11-42-04">
            <a:hlinkClick r:id="" action="ppaction://media"/>
            <a:extLst>
              <a:ext uri="{FF2B5EF4-FFF2-40B4-BE49-F238E27FC236}">
                <a16:creationId xmlns:a16="http://schemas.microsoft.com/office/drawing/2014/main" id="{F89102D9-FB67-4AF8-BCC3-8DFEA125F6A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117558" y="1520408"/>
            <a:ext cx="9340273" cy="5359807"/>
          </a:xfrm>
          <a:prstGeom prst="rect">
            <a:avLst/>
          </a:prstGeom>
        </p:spPr>
      </p:pic>
    </p:spTree>
    <p:extLst>
      <p:ext uri="{BB962C8B-B14F-4D97-AF65-F5344CB8AC3E}">
        <p14:creationId xmlns:p14="http://schemas.microsoft.com/office/powerpoint/2010/main" val="864645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21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The Ancient Imitation Game</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4" y="1540039"/>
            <a:ext cx="10896480" cy="5262979"/>
          </a:xfrm>
          <a:prstGeom prst="rect">
            <a:avLst/>
          </a:prstGeom>
          <a:noFill/>
        </p:spPr>
        <p:txBody>
          <a:bodyPr wrap="square" rtlCol="0">
            <a:spAutoFit/>
          </a:bodyPr>
          <a:lstStyle/>
          <a:p>
            <a:r>
              <a:rPr lang="en-US" sz="2400" dirty="0"/>
              <a:t>Information is critical during wars.</a:t>
            </a:r>
          </a:p>
          <a:p>
            <a:endParaRPr lang="en-US" sz="2400" dirty="0"/>
          </a:p>
          <a:p>
            <a:r>
              <a:rPr lang="en-US" sz="2400" dirty="0"/>
              <a:t>“It would be great if enemies can not read my message.” Caesar thought. So he came up with the 1</a:t>
            </a:r>
            <a:r>
              <a:rPr lang="en-US" sz="2400" baseline="30000" dirty="0"/>
              <a:t>st</a:t>
            </a:r>
            <a:r>
              <a:rPr lang="en-US" sz="2400" dirty="0"/>
              <a:t> encryption and decryption scheme: </a:t>
            </a:r>
            <a:r>
              <a:rPr lang="en-US" sz="2400" b="1" dirty="0"/>
              <a:t>Caesar cypher</a:t>
            </a:r>
            <a:r>
              <a:rPr lang="en-US" sz="2400" dirty="0"/>
              <a:t>.</a:t>
            </a:r>
          </a:p>
          <a:p>
            <a:endParaRPr lang="en-US" sz="2400" dirty="0"/>
          </a:p>
          <a:p>
            <a:r>
              <a:rPr lang="en-US" sz="2400" dirty="0"/>
              <a:t>Principle is simple:</a:t>
            </a:r>
          </a:p>
          <a:p>
            <a:r>
              <a:rPr lang="en-US" sz="2400" dirty="0"/>
              <a:t>	You would like to send a plaintext: “ABC”. To keep it as a secret, you can not directly write “ABC” on paper, you must write something else. Caesar set a secret key </a:t>
            </a:r>
            <a:r>
              <a:rPr lang="en-US" sz="2400" b="1" i="1" dirty="0"/>
              <a:t>k</a:t>
            </a:r>
            <a:r>
              <a:rPr lang="en-US" sz="2400" dirty="0"/>
              <a:t> only he and his fellow officers know. </a:t>
            </a:r>
            <a:r>
              <a:rPr lang="en-US" sz="2400" b="1" i="1" dirty="0"/>
              <a:t>k </a:t>
            </a:r>
            <a:r>
              <a:rPr lang="en-US" sz="2400" dirty="0"/>
              <a:t>indicates how many positions in the alphabet you shift your plaintext to get the ciphertext.</a:t>
            </a:r>
          </a:p>
          <a:p>
            <a:endParaRPr lang="en-US" sz="2400" dirty="0"/>
          </a:p>
          <a:p>
            <a:r>
              <a:rPr lang="en-US" sz="2400" dirty="0"/>
              <a:t>If k = 2, you would write “CDE” on paper for “ABC” and send out the message.</a:t>
            </a:r>
          </a:p>
          <a:p>
            <a:r>
              <a:rPr lang="en-US" sz="2400" dirty="0"/>
              <a:t>When the officers receive the ciphertext, they can decrypt it by</a:t>
            </a:r>
          </a:p>
          <a:p>
            <a:r>
              <a:rPr lang="en-US" sz="2400" dirty="0"/>
              <a:t>switching 2 positions back.</a:t>
            </a:r>
          </a:p>
        </p:txBody>
      </p:sp>
    </p:spTree>
    <p:extLst>
      <p:ext uri="{BB962C8B-B14F-4D97-AF65-F5344CB8AC3E}">
        <p14:creationId xmlns:p14="http://schemas.microsoft.com/office/powerpoint/2010/main" val="1834870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The Ancient Imitation Game </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4" y="1540039"/>
            <a:ext cx="10896480" cy="3416320"/>
          </a:xfrm>
          <a:prstGeom prst="rect">
            <a:avLst/>
          </a:prstGeom>
          <a:noFill/>
        </p:spPr>
        <p:txBody>
          <a:bodyPr wrap="square" rtlCol="0">
            <a:spAutoFit/>
          </a:bodyPr>
          <a:lstStyle/>
          <a:p>
            <a:r>
              <a:rPr lang="en-US" sz="2400" dirty="0"/>
              <a:t>It is easy to hack this system.</a:t>
            </a:r>
          </a:p>
          <a:p>
            <a:endParaRPr lang="en-US" sz="2400" dirty="0"/>
          </a:p>
          <a:p>
            <a:r>
              <a:rPr lang="en-US" sz="2400" dirty="0"/>
              <a:t>If you are talking in a certain language, you may find statistics of letter usage frequency. As long as you have enough samples of the ciphertext, you can count the frequency of the letters and match your statistics with the original letter frequency of the language used. </a:t>
            </a:r>
          </a:p>
          <a:p>
            <a:endParaRPr lang="en-US" sz="2400" dirty="0"/>
          </a:p>
          <a:p>
            <a:r>
              <a:rPr lang="en-US" sz="2400" dirty="0"/>
              <a:t>Once you have found a certain number of position shifting that has the least statistical difference with the original frequency spectrum, you have found the key </a:t>
            </a:r>
            <a:r>
              <a:rPr lang="en-US" sz="2400" b="1" i="1" dirty="0"/>
              <a:t>k</a:t>
            </a:r>
            <a:r>
              <a:rPr lang="en-US" sz="2400" dirty="0"/>
              <a:t>. </a:t>
            </a:r>
          </a:p>
        </p:txBody>
      </p:sp>
    </p:spTree>
    <p:extLst>
      <p:ext uri="{BB962C8B-B14F-4D97-AF65-F5344CB8AC3E}">
        <p14:creationId xmlns:p14="http://schemas.microsoft.com/office/powerpoint/2010/main" val="1661931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The Ancient Imitation Game</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4" y="1540039"/>
            <a:ext cx="10896480" cy="3046988"/>
          </a:xfrm>
          <a:prstGeom prst="rect">
            <a:avLst/>
          </a:prstGeom>
          <a:noFill/>
        </p:spPr>
        <p:txBody>
          <a:bodyPr wrap="square" rtlCol="0">
            <a:spAutoFit/>
          </a:bodyPr>
          <a:lstStyle/>
          <a:p>
            <a:endParaRPr lang="en-US" sz="2400" dirty="0"/>
          </a:p>
          <a:p>
            <a:r>
              <a:rPr lang="en-US" sz="2400" dirty="0"/>
              <a:t>Manipulating different datatypes</a:t>
            </a:r>
          </a:p>
          <a:p>
            <a:endParaRPr lang="en-US" sz="2400" dirty="0"/>
          </a:p>
          <a:p>
            <a:endParaRPr lang="en-US" sz="2400" dirty="0"/>
          </a:p>
          <a:p>
            <a:r>
              <a:rPr lang="en-US" sz="2400" dirty="0"/>
              <a:t>Strings modification</a:t>
            </a:r>
          </a:p>
          <a:p>
            <a:endParaRPr lang="en-US" sz="2400" dirty="0"/>
          </a:p>
          <a:p>
            <a:endParaRPr lang="en-US" sz="2400" dirty="0"/>
          </a:p>
          <a:p>
            <a:r>
              <a:rPr lang="en-US" sz="2400" dirty="0"/>
              <a:t>Object oriented program design</a:t>
            </a:r>
          </a:p>
        </p:txBody>
      </p:sp>
    </p:spTree>
    <p:extLst>
      <p:ext uri="{BB962C8B-B14F-4D97-AF65-F5344CB8AC3E}">
        <p14:creationId xmlns:p14="http://schemas.microsoft.com/office/powerpoint/2010/main" val="1222970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PID controller simulator</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4" y="2245892"/>
            <a:ext cx="10896480" cy="3046988"/>
          </a:xfrm>
          <a:prstGeom prst="rect">
            <a:avLst/>
          </a:prstGeom>
          <a:noFill/>
        </p:spPr>
        <p:txBody>
          <a:bodyPr wrap="square" rtlCol="0">
            <a:spAutoFit/>
          </a:bodyPr>
          <a:lstStyle/>
          <a:p>
            <a:r>
              <a:rPr lang="en-US" sz="2400" dirty="0"/>
              <a:t>MATLAB is too expensive, I cannot afford it.</a:t>
            </a:r>
          </a:p>
          <a:p>
            <a:endParaRPr lang="en-US" sz="2400" dirty="0"/>
          </a:p>
          <a:p>
            <a:r>
              <a:rPr lang="en-US" sz="2400" dirty="0"/>
              <a:t>But I need to simulate a control system………</a:t>
            </a:r>
          </a:p>
          <a:p>
            <a:endParaRPr lang="en-US" sz="2400" dirty="0"/>
          </a:p>
          <a:p>
            <a:r>
              <a:rPr lang="en-US" sz="2400" dirty="0"/>
              <a:t>Let’s program a PID controller simulator!</a:t>
            </a:r>
          </a:p>
          <a:p>
            <a:endParaRPr lang="en-US" sz="2400" dirty="0"/>
          </a:p>
          <a:p>
            <a:endParaRPr lang="en-US" sz="2400" dirty="0"/>
          </a:p>
          <a:p>
            <a:endParaRPr lang="en-US" sz="2400" dirty="0"/>
          </a:p>
        </p:txBody>
      </p:sp>
    </p:spTree>
    <p:extLst>
      <p:ext uri="{BB962C8B-B14F-4D97-AF65-F5344CB8AC3E}">
        <p14:creationId xmlns:p14="http://schemas.microsoft.com/office/powerpoint/2010/main" val="750697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PID controller simulator</a:t>
            </a:r>
            <a:endParaRPr lang="nl-NL" sz="3600" dirty="0"/>
          </a:p>
        </p:txBody>
      </p:sp>
      <p:pic>
        <p:nvPicPr>
          <p:cNvPr id="5" name="Picture 4">
            <a:extLst>
              <a:ext uri="{FF2B5EF4-FFF2-40B4-BE49-F238E27FC236}">
                <a16:creationId xmlns:a16="http://schemas.microsoft.com/office/drawing/2014/main" id="{0D00FCA5-D72F-4E99-A02C-E5DB00C6E151}"/>
              </a:ext>
            </a:extLst>
          </p:cNvPr>
          <p:cNvPicPr>
            <a:picLocks noChangeAspect="1"/>
          </p:cNvPicPr>
          <p:nvPr/>
        </p:nvPicPr>
        <p:blipFill>
          <a:blip r:embed="rId3"/>
          <a:stretch>
            <a:fillRect/>
          </a:stretch>
        </p:blipFill>
        <p:spPr>
          <a:xfrm>
            <a:off x="385012" y="1597313"/>
            <a:ext cx="9897978" cy="5274105"/>
          </a:xfrm>
          <a:prstGeom prst="rect">
            <a:avLst/>
          </a:prstGeom>
        </p:spPr>
      </p:pic>
    </p:spTree>
    <p:extLst>
      <p:ext uri="{BB962C8B-B14F-4D97-AF65-F5344CB8AC3E}">
        <p14:creationId xmlns:p14="http://schemas.microsoft.com/office/powerpoint/2010/main" val="1204465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PID controller simulator</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4" y="1540039"/>
            <a:ext cx="10896480" cy="4154984"/>
          </a:xfrm>
          <a:prstGeom prst="rect">
            <a:avLst/>
          </a:prstGeom>
          <a:noFill/>
        </p:spPr>
        <p:txBody>
          <a:bodyPr wrap="square" rtlCol="0">
            <a:spAutoFit/>
          </a:bodyPr>
          <a:lstStyle/>
          <a:p>
            <a:endParaRPr lang="en-US" sz="2400" dirty="0"/>
          </a:p>
          <a:p>
            <a:r>
              <a:rPr lang="en-US" sz="2400" dirty="0"/>
              <a:t>Using modules</a:t>
            </a:r>
          </a:p>
          <a:p>
            <a:endParaRPr lang="en-US" sz="2400" dirty="0"/>
          </a:p>
          <a:p>
            <a:endParaRPr lang="en-US" sz="2400" dirty="0"/>
          </a:p>
          <a:p>
            <a:r>
              <a:rPr lang="en-US" sz="2400" dirty="0"/>
              <a:t>Creating a graphical interface</a:t>
            </a:r>
          </a:p>
          <a:p>
            <a:endParaRPr lang="en-US" sz="2400" dirty="0"/>
          </a:p>
          <a:p>
            <a:endParaRPr lang="en-US" sz="2400" dirty="0"/>
          </a:p>
          <a:p>
            <a:r>
              <a:rPr lang="en-US" sz="2400" dirty="0"/>
              <a:t>Visualization design</a:t>
            </a:r>
          </a:p>
          <a:p>
            <a:endParaRPr lang="en-US" sz="2400" dirty="0"/>
          </a:p>
          <a:p>
            <a:endParaRPr lang="en-US" sz="2400" dirty="0"/>
          </a:p>
          <a:p>
            <a:r>
              <a:rPr lang="en-US" sz="2400" dirty="0"/>
              <a:t>Object oriented program design</a:t>
            </a:r>
          </a:p>
        </p:txBody>
      </p:sp>
    </p:spTree>
    <p:extLst>
      <p:ext uri="{BB962C8B-B14F-4D97-AF65-F5344CB8AC3E}">
        <p14:creationId xmlns:p14="http://schemas.microsoft.com/office/powerpoint/2010/main" val="2101048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Cellular Mobile Network Operator Simulator</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154731" y="1859340"/>
            <a:ext cx="6775458" cy="4524315"/>
          </a:xfrm>
          <a:prstGeom prst="rect">
            <a:avLst/>
          </a:prstGeom>
          <a:noFill/>
        </p:spPr>
        <p:txBody>
          <a:bodyPr wrap="square" rtlCol="0">
            <a:spAutoFit/>
          </a:bodyPr>
          <a:lstStyle/>
          <a:p>
            <a:r>
              <a:rPr lang="en-US" sz="2400" dirty="0"/>
              <a:t>You are a phone service network designer.</a:t>
            </a:r>
          </a:p>
          <a:p>
            <a:endParaRPr lang="en-US" sz="2400" dirty="0"/>
          </a:p>
          <a:p>
            <a:r>
              <a:rPr lang="en-US" sz="2400" dirty="0"/>
              <a:t>You need to check the service quality in your area.</a:t>
            </a:r>
          </a:p>
          <a:p>
            <a:endParaRPr lang="en-US" sz="2400" dirty="0"/>
          </a:p>
          <a:p>
            <a:r>
              <a:rPr lang="en-US" sz="2400" dirty="0"/>
              <a:t>The air carries the electromagnetic waves, the call quality depends on the power received by the phone.</a:t>
            </a:r>
          </a:p>
          <a:p>
            <a:endParaRPr lang="en-US" sz="2400" dirty="0"/>
          </a:p>
          <a:p>
            <a:r>
              <a:rPr lang="en-US" sz="2400" dirty="0"/>
              <a:t>As the user move through your service region, you need to identify what kind of service you may provide to the user.</a:t>
            </a:r>
          </a:p>
          <a:p>
            <a:endParaRPr lang="en-US" sz="2400" dirty="0"/>
          </a:p>
        </p:txBody>
      </p:sp>
      <p:pic>
        <p:nvPicPr>
          <p:cNvPr id="5" name="Picture 4">
            <a:extLst>
              <a:ext uri="{FF2B5EF4-FFF2-40B4-BE49-F238E27FC236}">
                <a16:creationId xmlns:a16="http://schemas.microsoft.com/office/drawing/2014/main" id="{81C8B641-12FB-4D51-AC12-2B03EAACBB9B}"/>
              </a:ext>
            </a:extLst>
          </p:cNvPr>
          <p:cNvPicPr>
            <a:picLocks noChangeAspect="1"/>
          </p:cNvPicPr>
          <p:nvPr/>
        </p:nvPicPr>
        <p:blipFill>
          <a:blip r:embed="rId3"/>
          <a:stretch>
            <a:fillRect/>
          </a:stretch>
        </p:blipFill>
        <p:spPr>
          <a:xfrm>
            <a:off x="6493245" y="1868893"/>
            <a:ext cx="5544024" cy="3824437"/>
          </a:xfrm>
          <a:prstGeom prst="rect">
            <a:avLst/>
          </a:prstGeom>
        </p:spPr>
      </p:pic>
    </p:spTree>
    <p:extLst>
      <p:ext uri="{BB962C8B-B14F-4D97-AF65-F5344CB8AC3E}">
        <p14:creationId xmlns:p14="http://schemas.microsoft.com/office/powerpoint/2010/main" val="3882347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Cellular Mobile Network Operator Simulator</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4" y="1540039"/>
            <a:ext cx="10896480" cy="4154984"/>
          </a:xfrm>
          <a:prstGeom prst="rect">
            <a:avLst/>
          </a:prstGeom>
          <a:noFill/>
        </p:spPr>
        <p:txBody>
          <a:bodyPr wrap="square" rtlCol="0">
            <a:spAutoFit/>
          </a:bodyPr>
          <a:lstStyle/>
          <a:p>
            <a:endParaRPr lang="en-US" sz="2400" dirty="0"/>
          </a:p>
          <a:p>
            <a:r>
              <a:rPr lang="en-US" sz="2400" dirty="0"/>
              <a:t>Analysis and modelling of a realistic problem</a:t>
            </a:r>
          </a:p>
          <a:p>
            <a:endParaRPr lang="en-US" sz="2400" dirty="0"/>
          </a:p>
          <a:p>
            <a:endParaRPr lang="en-US" sz="2400" dirty="0"/>
          </a:p>
          <a:p>
            <a:r>
              <a:rPr lang="en-US" sz="2400" dirty="0"/>
              <a:t>Combining business, physics and math</a:t>
            </a:r>
          </a:p>
          <a:p>
            <a:endParaRPr lang="en-US" sz="2400" dirty="0"/>
          </a:p>
          <a:p>
            <a:endParaRPr lang="en-US" sz="2400" dirty="0"/>
          </a:p>
          <a:p>
            <a:r>
              <a:rPr lang="en-US" sz="2400" dirty="0"/>
              <a:t>Visualization design</a:t>
            </a:r>
          </a:p>
          <a:p>
            <a:endParaRPr lang="en-US" sz="2400" dirty="0"/>
          </a:p>
          <a:p>
            <a:endParaRPr lang="en-US" sz="2400" dirty="0"/>
          </a:p>
          <a:p>
            <a:r>
              <a:rPr lang="en-US" sz="2400" dirty="0"/>
              <a:t>Object oriented program design</a:t>
            </a:r>
          </a:p>
        </p:txBody>
      </p:sp>
    </p:spTree>
    <p:extLst>
      <p:ext uri="{BB962C8B-B14F-4D97-AF65-F5344CB8AC3E}">
        <p14:creationId xmlns:p14="http://schemas.microsoft.com/office/powerpoint/2010/main" val="362518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Fair or not? Synthetic hiring data exploration</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3" y="1843298"/>
            <a:ext cx="10573247" cy="4524315"/>
          </a:xfrm>
          <a:prstGeom prst="rect">
            <a:avLst/>
          </a:prstGeom>
          <a:noFill/>
        </p:spPr>
        <p:txBody>
          <a:bodyPr wrap="square" rtlCol="0">
            <a:spAutoFit/>
          </a:bodyPr>
          <a:lstStyle/>
          <a:p>
            <a:r>
              <a:rPr lang="en-US" sz="2400" dirty="0"/>
              <a:t>In the era of big data and AI, lots of decisions are data-based. This imposes potential fairness issues: perhaps the AI system or a human-crafted algorithm prefers certain type of people. </a:t>
            </a:r>
          </a:p>
          <a:p>
            <a:endParaRPr lang="en-US" sz="2400" dirty="0"/>
          </a:p>
          <a:p>
            <a:r>
              <a:rPr lang="en-US" sz="2400" dirty="0"/>
              <a:t>However, </a:t>
            </a:r>
          </a:p>
          <a:p>
            <a:r>
              <a:rPr lang="en-US" sz="2400" dirty="0"/>
              <a:t>	is the preference justified? </a:t>
            </a:r>
          </a:p>
          <a:p>
            <a:r>
              <a:rPr lang="en-US" sz="2400" dirty="0"/>
              <a:t>	will there be fairness issues? </a:t>
            </a:r>
          </a:p>
          <a:p>
            <a:r>
              <a:rPr lang="en-US" sz="2400" dirty="0"/>
              <a:t>	what is fairness exactly?</a:t>
            </a:r>
          </a:p>
          <a:p>
            <a:endParaRPr lang="en-US" sz="2400" dirty="0"/>
          </a:p>
          <a:p>
            <a:r>
              <a:rPr lang="en-US" sz="2400" dirty="0"/>
              <a:t>You need to explore the dataset, give your definitions, and examine whether the hiring procedure is fair or not. Discuss your perception of fairness based on what you find.</a:t>
            </a:r>
          </a:p>
        </p:txBody>
      </p:sp>
    </p:spTree>
    <p:extLst>
      <p:ext uri="{BB962C8B-B14F-4D97-AF65-F5344CB8AC3E}">
        <p14:creationId xmlns:p14="http://schemas.microsoft.com/office/powerpoint/2010/main" val="311325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Fair or not? Synthetic hiring data exploration</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4" y="1540039"/>
            <a:ext cx="10896480" cy="4154984"/>
          </a:xfrm>
          <a:prstGeom prst="rect">
            <a:avLst/>
          </a:prstGeom>
          <a:noFill/>
        </p:spPr>
        <p:txBody>
          <a:bodyPr wrap="square" rtlCol="0">
            <a:spAutoFit/>
          </a:bodyPr>
          <a:lstStyle/>
          <a:p>
            <a:endParaRPr lang="en-US" sz="2400" dirty="0"/>
          </a:p>
          <a:p>
            <a:r>
              <a:rPr lang="en-US" sz="2400" dirty="0"/>
              <a:t>Data cleaning and analytics</a:t>
            </a:r>
          </a:p>
          <a:p>
            <a:endParaRPr lang="en-US" sz="2400" dirty="0"/>
          </a:p>
          <a:p>
            <a:endParaRPr lang="en-US" sz="2400" dirty="0"/>
          </a:p>
          <a:p>
            <a:r>
              <a:rPr lang="en-US" sz="2400" dirty="0"/>
              <a:t>Ethics discussion</a:t>
            </a:r>
          </a:p>
          <a:p>
            <a:endParaRPr lang="en-US" sz="2400" dirty="0"/>
          </a:p>
          <a:p>
            <a:endParaRPr lang="en-US" sz="2400" dirty="0"/>
          </a:p>
          <a:p>
            <a:r>
              <a:rPr lang="en-US" sz="2400" dirty="0"/>
              <a:t>Interpretating data</a:t>
            </a:r>
          </a:p>
          <a:p>
            <a:endParaRPr lang="en-US" sz="2400" dirty="0"/>
          </a:p>
          <a:p>
            <a:endParaRPr lang="en-US" sz="2400" dirty="0"/>
          </a:p>
          <a:p>
            <a:r>
              <a:rPr lang="en-US" sz="2400" dirty="0"/>
              <a:t>Critical thinking</a:t>
            </a:r>
          </a:p>
        </p:txBody>
      </p:sp>
    </p:spTree>
    <p:extLst>
      <p:ext uri="{BB962C8B-B14F-4D97-AF65-F5344CB8AC3E}">
        <p14:creationId xmlns:p14="http://schemas.microsoft.com/office/powerpoint/2010/main" val="3380407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Instructions for groups</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3" y="1540039"/>
            <a:ext cx="11189429" cy="5262979"/>
          </a:xfrm>
          <a:prstGeom prst="rect">
            <a:avLst/>
          </a:prstGeom>
          <a:noFill/>
        </p:spPr>
        <p:txBody>
          <a:bodyPr wrap="square" rtlCol="0">
            <a:spAutoFit/>
          </a:bodyPr>
          <a:lstStyle/>
          <a:p>
            <a:endParaRPr lang="en-US" sz="2400" dirty="0"/>
          </a:p>
          <a:p>
            <a:r>
              <a:rPr lang="en-US" sz="2400" dirty="0"/>
              <a:t>You must program the:</a:t>
            </a:r>
          </a:p>
          <a:p>
            <a:pPr algn="ctr"/>
            <a:r>
              <a:rPr lang="en-US" sz="2400" dirty="0"/>
              <a:t>Lab assignment;</a:t>
            </a:r>
          </a:p>
          <a:p>
            <a:pPr algn="ctr"/>
            <a:r>
              <a:rPr lang="en-US" sz="2400" dirty="0"/>
              <a:t>“The Ancient Imitation Game” – Decoding Caesar Cipher.</a:t>
            </a:r>
          </a:p>
          <a:p>
            <a:endParaRPr lang="en-US" sz="2400" dirty="0"/>
          </a:p>
          <a:p>
            <a:endParaRPr lang="en-US" sz="2400" dirty="0"/>
          </a:p>
          <a:p>
            <a:r>
              <a:rPr lang="en-US" sz="2400" dirty="0"/>
              <a:t>You do not need to let me know which other 2 you have selected before the final submission. That means if you are really stuck on one, you still can switch if you wish.</a:t>
            </a:r>
          </a:p>
          <a:p>
            <a:endParaRPr lang="en-US" sz="2400" dirty="0"/>
          </a:p>
          <a:p>
            <a:r>
              <a:rPr lang="en-US" sz="2400" i="1" dirty="0"/>
              <a:t>But make sure when you submit your report and code, you indicate which two you have done. And out of the 2 assignments selected, which one you have selected to do the exploratory bonus. If you do both, I grade both and choose the highest attained grade.</a:t>
            </a:r>
          </a:p>
          <a:p>
            <a:endParaRPr lang="en-US" sz="2400" dirty="0"/>
          </a:p>
          <a:p>
            <a:endParaRPr lang="en-US" sz="2400" dirty="0"/>
          </a:p>
        </p:txBody>
      </p:sp>
    </p:spTree>
    <p:extLst>
      <p:ext uri="{BB962C8B-B14F-4D97-AF65-F5344CB8AC3E}">
        <p14:creationId xmlns:p14="http://schemas.microsoft.com/office/powerpoint/2010/main" val="1335177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8BEAEF-EBBE-482C-877E-2F5EF75E139E}"/>
              </a:ext>
            </a:extLst>
          </p:cNvPr>
          <p:cNvSpPr>
            <a:spLocks noGrp="1"/>
          </p:cNvSpPr>
          <p:nvPr>
            <p:ph type="title"/>
          </p:nvPr>
        </p:nvSpPr>
        <p:spPr/>
        <p:txBody>
          <a:bodyPr/>
          <a:lstStyle/>
          <a:p>
            <a:r>
              <a:rPr lang="en-US" sz="3600" dirty="0"/>
              <a:t>Homework</a:t>
            </a:r>
            <a:endParaRPr lang="nl-NL" sz="3600" dirty="0"/>
          </a:p>
        </p:txBody>
      </p:sp>
      <p:sp>
        <p:nvSpPr>
          <p:cNvPr id="3" name="TextBox 2">
            <a:extLst>
              <a:ext uri="{FF2B5EF4-FFF2-40B4-BE49-F238E27FC236}">
                <a16:creationId xmlns:a16="http://schemas.microsoft.com/office/drawing/2014/main" id="{48333EED-0BEF-458B-B8D4-2AD1A16FFEBE}"/>
              </a:ext>
            </a:extLst>
          </p:cNvPr>
          <p:cNvSpPr txBox="1"/>
          <p:nvPr/>
        </p:nvSpPr>
        <p:spPr>
          <a:xfrm>
            <a:off x="884583" y="1540039"/>
            <a:ext cx="11189429" cy="4154984"/>
          </a:xfrm>
          <a:prstGeom prst="rect">
            <a:avLst/>
          </a:prstGeom>
          <a:noFill/>
        </p:spPr>
        <p:txBody>
          <a:bodyPr wrap="square" rtlCol="0">
            <a:spAutoFit/>
          </a:bodyPr>
          <a:lstStyle/>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Go to python.org and read a little bit of the official tutorial.</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Install</a:t>
            </a:r>
            <a:r>
              <a:rPr lang="en-US" sz="2400" b="1" dirty="0"/>
              <a:t> </a:t>
            </a:r>
            <a:r>
              <a:rPr lang="en-US" sz="2400" b="1" dirty="0" err="1"/>
              <a:t>Jupyter</a:t>
            </a:r>
            <a:r>
              <a:rPr lang="en-US" sz="2400" b="1" dirty="0"/>
              <a:t> Lab. </a:t>
            </a:r>
          </a:p>
          <a:p>
            <a:pPr lvl="2"/>
            <a:r>
              <a:rPr lang="en-US" sz="2400" i="1" dirty="0"/>
              <a:t>If you are totally new to Python programming, I would urge you to install anaconda and </a:t>
            </a:r>
            <a:r>
              <a:rPr lang="en-US" sz="2400" i="1" dirty="0" err="1"/>
              <a:t>jupyter</a:t>
            </a:r>
            <a:r>
              <a:rPr lang="en-US" sz="2400" i="1" dirty="0"/>
              <a:t> lab in anaconda. This will save you a lot of trouble.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Run your first line of code using Python.</a:t>
            </a:r>
          </a:p>
          <a:p>
            <a:r>
              <a:rPr lang="en-US" sz="2400" dirty="0"/>
              <a:t>	print(“Hello World!”)</a:t>
            </a:r>
          </a:p>
          <a:p>
            <a:endParaRPr lang="en-US" sz="2400" dirty="0"/>
          </a:p>
        </p:txBody>
      </p:sp>
    </p:spTree>
    <p:extLst>
      <p:ext uri="{BB962C8B-B14F-4D97-AF65-F5344CB8AC3E}">
        <p14:creationId xmlns:p14="http://schemas.microsoft.com/office/powerpoint/2010/main" val="1157991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5069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126975"/>
      </p:ext>
    </p:extLst>
  </p:cSld>
  <p:clrMapOvr>
    <a:masterClrMapping/>
  </p:clrMapOvr>
</p:sld>
</file>

<file path=ppt/theme/theme1.xml><?xml version="1.0" encoding="utf-8"?>
<a:theme xmlns:a="http://schemas.openxmlformats.org/drawingml/2006/main" name="Diamodellen">
  <a:themeElements>
    <a:clrScheme name="Kantoor">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Z Discover your Power" id="{A8A81019-7724-4D30-A8F5-4B27F0A6A16A}" vid="{BA07BEE0-4F9F-46E1-A37C-FBF5DC664CC7}"/>
    </a:ext>
  </a:extLst>
</a:theme>
</file>

<file path=ppt/theme/theme2.xml><?xml version="1.0" encoding="utf-8"?>
<a:theme xmlns:a="http://schemas.openxmlformats.org/drawingml/2006/main" name="Statische beelde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Z Discover your Power" id="{A8A81019-7724-4D30-A8F5-4B27F0A6A16A}" vid="{DD2E8299-5526-46CB-8B61-A601AC67B7A1}"/>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HZ Discover your Power</Template>
  <TotalTime>5006</TotalTime>
  <Words>1469</Words>
  <Application>Microsoft Office PowerPoint</Application>
  <PresentationFormat>Widescreen</PresentationFormat>
  <Paragraphs>252</Paragraphs>
  <Slides>27</Slides>
  <Notes>24</Notes>
  <HiddenSlides>0</HiddenSlides>
  <MMClips>1</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27</vt:i4>
      </vt:variant>
    </vt:vector>
  </HeadingPairs>
  <TitlesOfParts>
    <vt:vector size="31" baseType="lpstr">
      <vt:lpstr>Arial</vt:lpstr>
      <vt:lpstr>Calibri</vt:lpstr>
      <vt:lpstr>Diamodellen</vt:lpstr>
      <vt:lpstr>Statische beelden</vt:lpstr>
      <vt:lpstr>CU04448 Intelligent Control Introduction and “Hello Python”</vt:lpstr>
      <vt:lpstr>Today’s contents</vt:lpstr>
      <vt:lpstr>Course introduction</vt:lpstr>
      <vt:lpstr>Assessments</vt:lpstr>
      <vt:lpstr>Prerequisites</vt:lpstr>
      <vt:lpstr>Time management and expectations</vt:lpstr>
      <vt:lpstr>Assessment design</vt:lpstr>
      <vt:lpstr>Recommended tools – for local set-up on your computer</vt:lpstr>
      <vt:lpstr>Recommended ways of working &amp; collaboration</vt:lpstr>
      <vt:lpstr>A very short intro to Python 3</vt:lpstr>
      <vt:lpstr>Lab – Map-aware Robot Bayesian Indoor Localization </vt:lpstr>
      <vt:lpstr>Lab – Map-aware Robot Bayesian Indoor Localization </vt:lpstr>
      <vt:lpstr>Lab – Map-aware Robot Bayesian Indoor Localization </vt:lpstr>
      <vt:lpstr>The Ancient Imitation Game</vt:lpstr>
      <vt:lpstr>The Ancient Imitation Game </vt:lpstr>
      <vt:lpstr>The Ancient Imitation Game</vt:lpstr>
      <vt:lpstr>PID controller simulator</vt:lpstr>
      <vt:lpstr>PID controller simulator</vt:lpstr>
      <vt:lpstr>PID controller simulator</vt:lpstr>
      <vt:lpstr>Cellular Mobile Network Operator Simulator</vt:lpstr>
      <vt:lpstr>Cellular Mobile Network Operator Simulator</vt:lpstr>
      <vt:lpstr>Fair or not? Synthetic hiring data exploration</vt:lpstr>
      <vt:lpstr>Fair or not? Synthetic hiring data exploration</vt:lpstr>
      <vt:lpstr>Instructions for groups</vt:lpstr>
      <vt:lpstr>Homework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G. Maas</dc:creator>
  <cp:lastModifiedBy>Hanshu Yu</cp:lastModifiedBy>
  <cp:revision>232</cp:revision>
  <dcterms:created xsi:type="dcterms:W3CDTF">2022-01-24T08:20:03Z</dcterms:created>
  <dcterms:modified xsi:type="dcterms:W3CDTF">2025-08-11T09:46:45Z</dcterms:modified>
</cp:coreProperties>
</file>